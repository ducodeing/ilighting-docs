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6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7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8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81" r:id="rId3"/>
    <p:sldMasterId id="2147483694" r:id="rId4"/>
    <p:sldMasterId id="2147483716" r:id="rId5"/>
    <p:sldMasterId id="2147483734" r:id="rId6"/>
    <p:sldMasterId id="2147483756" r:id="rId7"/>
    <p:sldMasterId id="2147483778" r:id="rId8"/>
    <p:sldMasterId id="2147483800" r:id="rId9"/>
  </p:sldMasterIdLst>
  <p:notesMasterIdLst>
    <p:notesMasterId r:id="rId22"/>
  </p:notesMasterIdLst>
  <p:sldIdLst>
    <p:sldId id="299" r:id="rId10"/>
    <p:sldId id="286" r:id="rId11"/>
    <p:sldId id="287" r:id="rId12"/>
    <p:sldId id="290" r:id="rId13"/>
    <p:sldId id="296" r:id="rId14"/>
    <p:sldId id="297" r:id="rId15"/>
    <p:sldId id="298" r:id="rId16"/>
    <p:sldId id="291" r:id="rId17"/>
    <p:sldId id="292" r:id="rId18"/>
    <p:sldId id="300" r:id="rId19"/>
    <p:sldId id="294" r:id="rId20"/>
    <p:sldId id="26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9C57"/>
    <a:srgbClr val="EA7C66"/>
    <a:srgbClr val="D4A27C"/>
    <a:srgbClr val="FF6600"/>
    <a:srgbClr val="0046AA"/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E3A0B-4F90-496C-944D-395B9C2F53F3}" type="datetimeFigureOut">
              <a:rPr lang="zh-CN" altLang="en-US" smtClean="0"/>
              <a:t>2019/4/21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1E542-07E4-470D-800B-B6995F719B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736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1</a:t>
            </a:fld>
            <a:endParaRPr lang="zh-CN" altLang="en-US" sz="1200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9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84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3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  <p:sp>
        <p:nvSpPr>
          <p:cNvPr id="117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118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1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4</a:t>
            </a:fld>
            <a:endParaRPr lang="zh-CN" altLang="en-US" sz="1200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393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5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498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6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65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7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839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8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869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9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652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10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357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>
                <a:solidFill>
                  <a:prstClr val="black"/>
                </a:solidFill>
                <a:cs typeface="Calibri" charset="0"/>
              </a:rPr>
              <a:pPr/>
              <a:t>11</a:t>
            </a:fld>
            <a:endParaRPr lang="zh-CN" altLang="en-US">
              <a:solidFill>
                <a:prstClr val="black"/>
              </a:solidFill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578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85973" y="1333486"/>
            <a:ext cx="9360000" cy="2476517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85973" y="3905253"/>
            <a:ext cx="9360000" cy="952507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4267"/>
              </a:lnSpc>
              <a:defRPr sz="3733" b="0" i="0" kern="1200" cap="all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2285973" y="4953011"/>
            <a:ext cx="9360000" cy="1440000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Rectangle 9"/>
          <p:cNvSpPr/>
          <p:nvPr/>
        </p:nvSpPr>
        <p:spPr>
          <a:xfrm>
            <a:off x="2285974" y="6454998"/>
            <a:ext cx="859594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/>
            <a:r>
              <a:rPr lang="en-US" altLang="zh-CN" sz="1200" b="1" i="0" dirty="0" smtClean="0">
                <a:solidFill>
                  <a:schemeClr val="accent1"/>
                </a:solidFill>
                <a:latin typeface="+mj-lt"/>
                <a:cs typeface="Whitney-Semibold"/>
              </a:rPr>
              <a:t>OPPLE.COM</a:t>
            </a:r>
            <a:endParaRPr lang="zh-CN" altLang="en-US" sz="1200" b="1" i="0" dirty="0" smtClean="0">
              <a:solidFill>
                <a:schemeClr val="accent1"/>
              </a:solidFill>
              <a:latin typeface="+mj-lt"/>
              <a:cs typeface="Whitney-Semibold"/>
            </a:endParaRPr>
          </a:p>
        </p:txBody>
      </p:sp>
      <p:pic>
        <p:nvPicPr>
          <p:cNvPr id="13" name="Picture 2" descr="E:\work\2014 OPPLE  VI  Brief（中国区）\新建文件夹 (2)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  <p:sp>
        <p:nvSpPr>
          <p:cNvPr id="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48240AD2-FD77-4C76-855D-8C9B83B66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13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600000"/>
            <a:ext cx="11040000" cy="1114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4000"/>
              </a:lnSpc>
              <a:spcAft>
                <a:spcPts val="0"/>
              </a:spcAft>
              <a:defRPr sz="3200" b="1" i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10"/>
          <p:cNvCxnSpPr/>
          <p:nvPr/>
        </p:nvCxnSpPr>
        <p:spPr>
          <a:xfrm>
            <a:off x="576000" y="1714488"/>
            <a:ext cx="11040000" cy="0"/>
          </a:xfrm>
          <a:prstGeom prst="line">
            <a:avLst/>
          </a:prstGeom>
          <a:ln w="38100" cmpd="sng">
            <a:solidFill>
              <a:srgbClr val="0D4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8"/>
          <p:cNvSpPr txBox="1"/>
          <p:nvPr/>
        </p:nvSpPr>
        <p:spPr>
          <a:xfrm>
            <a:off x="576000" y="6381771"/>
            <a:ext cx="7296000" cy="24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lvl="0">
              <a:lnSpc>
                <a:spcPts val="1600"/>
              </a:lnSpc>
            </a:pPr>
            <a:r>
              <a:rPr lang="en-US" sz="1000" b="1" i="0" baseline="0" dirty="0" smtClean="0">
                <a:solidFill>
                  <a:schemeClr val="accent1"/>
                </a:solidFill>
                <a:latin typeface="Arial"/>
                <a:cs typeface="Arial"/>
              </a:rPr>
              <a:t>OPPLE.COM</a:t>
            </a:r>
            <a:endParaRPr lang="en-US" sz="1000" b="0" i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idx="1"/>
          </p:nvPr>
        </p:nvSpPr>
        <p:spPr>
          <a:xfrm>
            <a:off x="576000" y="2232000"/>
            <a:ext cx="11040000" cy="38242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133">
                <a:solidFill>
                  <a:srgbClr val="002060"/>
                </a:solidFill>
              </a:defRPr>
            </a:lvl1pPr>
            <a:lvl2pPr>
              <a:defRPr sz="2133">
                <a:solidFill>
                  <a:srgbClr val="002060"/>
                </a:solidFill>
              </a:defRPr>
            </a:lvl2pPr>
            <a:lvl3pPr>
              <a:defRPr sz="2133">
                <a:solidFill>
                  <a:srgbClr val="002060"/>
                </a:solidFill>
              </a:defRPr>
            </a:lvl3pPr>
            <a:lvl4pPr>
              <a:defRPr sz="1867">
                <a:solidFill>
                  <a:srgbClr val="002060"/>
                </a:solidFill>
              </a:defRPr>
            </a:lvl4pPr>
            <a:lvl5pPr>
              <a:defRPr sz="1867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48240AD2-FD77-4C76-855D-8C9B83B66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20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600000"/>
            <a:ext cx="11040000" cy="14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4000"/>
              </a:lnSpc>
              <a:spcAft>
                <a:spcPts val="0"/>
              </a:spcAft>
              <a:defRPr sz="3200" b="1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10"/>
          <p:cNvCxnSpPr/>
          <p:nvPr/>
        </p:nvCxnSpPr>
        <p:spPr>
          <a:xfrm>
            <a:off x="576000" y="1714488"/>
            <a:ext cx="11040000" cy="0"/>
          </a:xfrm>
          <a:prstGeom prst="line">
            <a:avLst/>
          </a:prstGeom>
          <a:ln w="38100" cmpd="sng">
            <a:solidFill>
              <a:srgbClr val="0D4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48240AD2-FD77-4C76-855D-8C9B83B66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00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576000" y="2232000"/>
            <a:ext cx="3552184" cy="1440000"/>
          </a:xfrm>
        </p:spPr>
        <p:txBody>
          <a:bodyPr/>
          <a:lstStyle>
            <a:lvl1pPr>
              <a:lnSpc>
                <a:spcPts val="2667"/>
              </a:lnSpc>
              <a:defRPr sz="2133" b="1" i="0" cap="all" spc="-67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Box 18"/>
          <p:cNvSpPr txBox="1"/>
          <p:nvPr/>
        </p:nvSpPr>
        <p:spPr>
          <a:xfrm>
            <a:off x="576000" y="6381771"/>
            <a:ext cx="7296000" cy="24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lvl="0">
              <a:lnSpc>
                <a:spcPts val="1600"/>
              </a:lnSpc>
            </a:pPr>
            <a:r>
              <a:rPr lang="en-US" sz="1000" b="1" i="0" baseline="0" dirty="0" smtClean="0">
                <a:solidFill>
                  <a:schemeClr val="accent1"/>
                </a:solidFill>
                <a:latin typeface="Arial"/>
                <a:cs typeface="Arial"/>
              </a:rPr>
              <a:t>OPPLE.COM</a:t>
            </a:r>
            <a:endParaRPr lang="en-US" sz="1000" b="0" i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600000"/>
            <a:ext cx="11040000" cy="14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4000"/>
              </a:lnSpc>
              <a:spcAft>
                <a:spcPts val="0"/>
              </a:spcAft>
              <a:defRPr sz="3200" b="1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0" name="Straight Connector 10"/>
          <p:cNvCxnSpPr/>
          <p:nvPr/>
        </p:nvCxnSpPr>
        <p:spPr>
          <a:xfrm>
            <a:off x="576000" y="1714488"/>
            <a:ext cx="11040000" cy="0"/>
          </a:xfrm>
          <a:prstGeom prst="line">
            <a:avLst/>
          </a:prstGeom>
          <a:ln w="38100" cmpd="sng">
            <a:solidFill>
              <a:srgbClr val="0D4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/>
          <p:cNvSpPr>
            <a:spLocks noGrp="1"/>
          </p:cNvSpPr>
          <p:nvPr>
            <p:ph idx="1" hasCustomPrompt="1"/>
          </p:nvPr>
        </p:nvSpPr>
        <p:spPr>
          <a:xfrm>
            <a:off x="4320000" y="2232000"/>
            <a:ext cx="7296000" cy="41497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baseline="0"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4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867"/>
              </a:lnSpc>
            </a:pPr>
            <a:endParaRPr lang="nb-NO" sz="1200" b="0" i="0" kern="1200" dirty="0" smtClean="0">
              <a:solidFill>
                <a:srgbClr val="FFFFFF"/>
              </a:solidFill>
              <a:latin typeface="+mn-lt"/>
              <a:ea typeface="+mn-ea"/>
              <a:cs typeface="Whitney-Book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381224" y="1619237"/>
            <a:ext cx="9168000" cy="1440000"/>
          </a:xfrm>
        </p:spPr>
        <p:txBody>
          <a:bodyPr/>
          <a:lstStyle>
            <a:lvl1pPr>
              <a:lnSpc>
                <a:spcPts val="4267"/>
              </a:lnSpc>
              <a:defRPr sz="3733" b="0" i="0" kern="2200" spc="0" baseline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  <a:cs typeface="Arial"/>
              </a:defRPr>
            </a:lvl1pPr>
            <a:lvl2pPr marL="0" indent="0">
              <a:lnSpc>
                <a:spcPts val="2933"/>
              </a:lnSpc>
              <a:buNone/>
              <a:defRPr sz="1867" b="0" i="0" spc="-67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383990" indent="0">
              <a:buNone/>
              <a:defRPr b="0" i="0" spc="-67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667"/>
              </a:lnSpc>
              <a:spcAft>
                <a:spcPts val="533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381224" y="3251641"/>
            <a:ext cx="9168000" cy="1440000"/>
          </a:xfrm>
        </p:spPr>
        <p:txBody>
          <a:bodyPr/>
          <a:lstStyle>
            <a:lvl1pPr>
              <a:lnSpc>
                <a:spcPts val="2667"/>
              </a:lnSpc>
              <a:defRPr lang="en-US" altLang="zh-CN" sz="2133" b="1" i="0" kern="1200" cap="all" spc="0" smtClean="0">
                <a:solidFill>
                  <a:schemeClr val="bg2"/>
                </a:solidFill>
                <a:latin typeface="方正兰亭黑简体" pitchFamily="2" charset="-122"/>
                <a:ea typeface="方正兰亭黑简体" pitchFamily="2" charset="-122"/>
                <a:cs typeface="Arial"/>
              </a:defRPr>
            </a:lvl1pPr>
            <a:lvl2pPr marL="0" indent="0">
              <a:lnSpc>
                <a:spcPts val="2933"/>
              </a:lnSpc>
              <a:buNone/>
              <a:defRPr sz="1867" b="0" i="0" spc="-67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383990" indent="0">
              <a:buNone/>
              <a:defRPr b="0" i="0" spc="-67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667"/>
              </a:lnSpc>
              <a:spcAft>
                <a:spcPts val="533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8" name="TextBox 18"/>
          <p:cNvSpPr txBox="1"/>
          <p:nvPr/>
        </p:nvSpPr>
        <p:spPr>
          <a:xfrm>
            <a:off x="509224" y="6467237"/>
            <a:ext cx="7296000" cy="24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lvl="0">
              <a:lnSpc>
                <a:spcPts val="1600"/>
              </a:lnSpc>
            </a:pPr>
            <a:r>
              <a:rPr lang="en-US" sz="1000" b="1" i="0" baseline="0" dirty="0" smtClean="0">
                <a:solidFill>
                  <a:schemeClr val="bg1"/>
                </a:solidFill>
                <a:latin typeface="Arial"/>
                <a:cs typeface="Arial"/>
              </a:rPr>
              <a:t>OPPLE.COM</a:t>
            </a:r>
            <a:endParaRPr lang="en-US" sz="1000" b="0" i="0" baseline="0" dirty="0" smtClean="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chemeClr val="bg1"/>
                </a:solidFill>
              </a:defRPr>
            </a:lvl1pPr>
          </a:lstStyle>
          <a:p>
            <a:fld id="{48240AD2-FD77-4C76-855D-8C9B83B66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18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/>
        </p:nvSpPr>
        <p:spPr>
          <a:xfrm>
            <a:off x="2190723" y="4133909"/>
            <a:ext cx="9429816" cy="723851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867"/>
              </a:lnSpc>
            </a:pPr>
            <a:r>
              <a:rPr lang="en-US" sz="1200" b="1" i="0" kern="1200" dirty="0" smtClean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OPPLE LIGHTING CO., LTD.  </a:t>
            </a:r>
            <a:r>
              <a:rPr lang="zh-TW" altLang="en-US" sz="1067" b="0" i="0" kern="120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1200" b="0" i="0" kern="12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>
              <a:lnSpc>
                <a:spcPts val="1867"/>
              </a:lnSpc>
            </a:pPr>
            <a:r>
              <a:rPr lang="nb-NO" sz="1200" b="1" i="0" kern="1200" dirty="0" smtClean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T</a:t>
            </a:r>
            <a:r>
              <a:rPr lang="nb-NO" sz="12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Semibold"/>
              </a:rPr>
              <a:t> </a:t>
            </a:r>
            <a:r>
              <a:rPr lang="nb-NO" sz="12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Book"/>
              </a:rPr>
              <a:t>+</a:t>
            </a:r>
            <a:r>
              <a:rPr lang="nb-NO" sz="12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BookSC"/>
              </a:rPr>
              <a:t>86 21 3855 0000	</a:t>
            </a:r>
            <a:r>
              <a:rPr lang="nb-NO" sz="1200" b="1" i="0" kern="1200" dirty="0" smtClean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E</a:t>
            </a:r>
            <a:r>
              <a:rPr lang="nb-NO" sz="12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Semibold"/>
              </a:rPr>
              <a:t> </a:t>
            </a:r>
            <a:r>
              <a:rPr lang="nb-NO" sz="12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Book"/>
              </a:rPr>
              <a:t>intersales@opple.com</a:t>
            </a:r>
          </a:p>
        </p:txBody>
      </p:sp>
      <p:sp>
        <p:nvSpPr>
          <p:cNvPr id="7" name="Rectangle 7"/>
          <p:cNvSpPr/>
          <p:nvPr/>
        </p:nvSpPr>
        <p:spPr>
          <a:xfrm>
            <a:off x="2190724" y="5964965"/>
            <a:ext cx="859594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/>
            <a:r>
              <a:rPr lang="en-US" altLang="zh-CN" sz="1200" b="1" i="0" dirty="0" smtClean="0">
                <a:solidFill>
                  <a:schemeClr val="accent1"/>
                </a:solidFill>
                <a:latin typeface="+mj-lt"/>
                <a:cs typeface="Whitney-Semibold"/>
              </a:rPr>
              <a:t>OPPLE.COM</a:t>
            </a:r>
            <a:endParaRPr lang="zh-CN" altLang="en-US" sz="1200" b="1" i="0" dirty="0" smtClean="0">
              <a:solidFill>
                <a:schemeClr val="accent1"/>
              </a:solidFill>
              <a:latin typeface="+mj-lt"/>
              <a:cs typeface="Whitney-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0723" y="2255104"/>
            <a:ext cx="7220373" cy="22216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933"/>
              </a:lnSpc>
            </a:pPr>
            <a:r>
              <a:rPr lang="en-US" altLang="zh-CN" sz="6400" dirty="0" smtClean="0">
                <a:solidFill>
                  <a:srgbClr val="0046AA"/>
                </a:solidFill>
                <a:latin typeface="Arial" pitchFamily="34" charset="0"/>
                <a:cs typeface="Arial" pitchFamily="34" charset="0"/>
              </a:rPr>
              <a:t>THANK YOU</a:t>
            </a:r>
          </a:p>
          <a:p>
            <a:pPr>
              <a:lnSpc>
                <a:spcPts val="2933"/>
              </a:lnSpc>
            </a:pPr>
            <a:endParaRPr lang="en-US" altLang="zh-CN" sz="4267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933"/>
              </a:lnSpc>
            </a:pPr>
            <a:r>
              <a:rPr lang="zh-CN" altLang="en-US" sz="4267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48240AD2-FD77-4C76-855D-8C9B83B66CE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700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accent1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 i="0" u="none" strike="noStrike" kern="1200" cap="none" spc="0" baseline="0">
              <a:solidFill>
                <a:schemeClr val="accent1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251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88902" y="2369402"/>
            <a:ext cx="6985393" cy="359917"/>
          </a:xfrm>
        </p:spPr>
        <p:txBody>
          <a:bodyPr>
            <a:noAutofit/>
          </a:bodyPr>
          <a:lstStyle>
            <a:lvl1pPr algn="l">
              <a:defRPr sz="27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97C50-3CC2-41FD-8A86-B274DF12346C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BDA1-D9AA-41F0-811A-C43BF30A8C0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98" y="2403502"/>
            <a:ext cx="3906644" cy="919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388902" y="2730502"/>
            <a:ext cx="4826090" cy="26923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latin typeface="微软雅黑" pitchFamily="34" charset="-122"/>
                <a:ea typeface="微软雅黑" pitchFamily="34" charset="-122"/>
              </a:defRPr>
            </a:lvl3pPr>
            <a:lvl4pPr>
              <a:defRPr sz="2000">
                <a:latin typeface="微软雅黑" pitchFamily="34" charset="-122"/>
                <a:ea typeface="微软雅黑" pitchFamily="34" charset="-122"/>
              </a:defRPr>
            </a:lvl4pPr>
            <a:lvl5pPr>
              <a:defRPr sz="20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单击此处编辑部门名称</a:t>
            </a:r>
            <a:endParaRPr lang="zh-CN" altLang="en-US" dirty="0"/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4388902" y="2999017"/>
            <a:ext cx="4826090" cy="26508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latin typeface="微软雅黑" pitchFamily="34" charset="-122"/>
                <a:ea typeface="微软雅黑" pitchFamily="34" charset="-122"/>
              </a:defRPr>
            </a:lvl3pPr>
            <a:lvl4pPr>
              <a:defRPr sz="2000">
                <a:latin typeface="微软雅黑" pitchFamily="34" charset="-122"/>
                <a:ea typeface="微软雅黑" pitchFamily="34" charset="-122"/>
              </a:defRPr>
            </a:lvl4pPr>
            <a:lvl5pPr>
              <a:defRPr sz="20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单击此处编辑日期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4267172" y="2416204"/>
            <a:ext cx="0" cy="796896"/>
          </a:xfrm>
          <a:prstGeom prst="line">
            <a:avLst/>
          </a:prstGeom>
          <a:ln w="19050">
            <a:solidFill>
              <a:srgbClr val="0046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16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51" y="521842"/>
            <a:ext cx="10873181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125541"/>
            <a:ext cx="10873182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4188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969" y="3569759"/>
            <a:ext cx="10972800" cy="422295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556628" y="2682255"/>
            <a:ext cx="10924643" cy="91440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8" name="Picture 4"/>
          <p:cNvPicPr>
            <a:picLocks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r="-363" b="-7"/>
          <a:stretch/>
        </p:blipFill>
        <p:spPr bwMode="auto">
          <a:xfrm>
            <a:off x="-17210" y="3995347"/>
            <a:ext cx="12271222" cy="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5382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2-序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32549" y="2709791"/>
            <a:ext cx="10924643" cy="831273"/>
          </a:xfrm>
        </p:spPr>
        <p:txBody>
          <a:bodyPr vert="horz" lIns="91429" tIns="45715" rIns="91429" bIns="45715" rtlCol="0" anchor="b">
            <a:normAutofit/>
          </a:bodyPr>
          <a:lstStyle>
            <a:lvl1pPr marL="342793" indent="-342793">
              <a:buNone/>
              <a:defRPr lang="zh-CN" altLang="en-US" sz="160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lvl="0" indent="0"/>
            <a:r>
              <a:rPr lang="zh-CN" altLang="en-US" sz="1400" smtClean="0"/>
              <a:t>单击此处编辑母版文本样式</a:t>
            </a:r>
          </a:p>
        </p:txBody>
      </p:sp>
      <p:sp>
        <p:nvSpPr>
          <p:cNvPr id="12" name="标题 4"/>
          <p:cNvSpPr>
            <a:spLocks noGrp="1"/>
          </p:cNvSpPr>
          <p:nvPr>
            <p:ph type="title"/>
          </p:nvPr>
        </p:nvSpPr>
        <p:spPr>
          <a:xfrm>
            <a:off x="1894888" y="3563814"/>
            <a:ext cx="10972800" cy="349005"/>
          </a:xfrm>
        </p:spPr>
        <p:txBody>
          <a:bodyPr/>
          <a:lstStyle/>
          <a:p>
            <a:r>
              <a:rPr lang="zh-CN" altLang="en-US" sz="2200" smtClean="0"/>
              <a:t>单击此处编辑母版标题样式</a:t>
            </a:r>
            <a:endParaRPr lang="zh-CN" altLang="en-US" sz="2200" dirty="0"/>
          </a:p>
        </p:txBody>
      </p:sp>
      <p:pic>
        <p:nvPicPr>
          <p:cNvPr id="13" name="Picture 4"/>
          <p:cNvPicPr>
            <a:picLocks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r="-363" b="-7"/>
          <a:stretch/>
        </p:blipFill>
        <p:spPr bwMode="auto">
          <a:xfrm>
            <a:off x="-17210" y="3995347"/>
            <a:ext cx="12271222" cy="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8308" y="2997200"/>
            <a:ext cx="1343500" cy="1200150"/>
          </a:xfrm>
        </p:spPr>
        <p:txBody>
          <a:bodyPr>
            <a:noAutofit/>
          </a:bodyPr>
          <a:lstStyle>
            <a:lvl1pPr marL="0" indent="0">
              <a:buNone/>
              <a:defRPr sz="7199">
                <a:solidFill>
                  <a:schemeClr val="bg2"/>
                </a:solidFill>
                <a:latin typeface="+mj-lt"/>
              </a:defRPr>
            </a:lvl1pPr>
            <a:lvl2pPr marL="457058" indent="0">
              <a:buNone/>
              <a:defRPr sz="7199">
                <a:solidFill>
                  <a:schemeClr val="bg2"/>
                </a:solidFill>
                <a:latin typeface="+mj-lt"/>
              </a:defRPr>
            </a:lvl2pPr>
            <a:lvl3pPr marL="914114" indent="0">
              <a:buNone/>
              <a:defRPr sz="7199">
                <a:solidFill>
                  <a:schemeClr val="bg2"/>
                </a:solidFill>
                <a:latin typeface="+mj-lt"/>
              </a:defRPr>
            </a:lvl3pPr>
            <a:lvl4pPr>
              <a:defRPr sz="7199">
                <a:solidFill>
                  <a:schemeClr val="bg2"/>
                </a:solidFill>
                <a:latin typeface="+mj-lt"/>
              </a:defRPr>
            </a:lvl4pPr>
            <a:lvl5pPr>
              <a:defRPr sz="7199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zh-CN" altLang="en-US" dirty="0" smtClean="0"/>
              <a:t>序号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209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1764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49277"/>
            <a:ext cx="10874946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4" y="6356352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4221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49966"/>
            <a:ext cx="10873182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340770"/>
            <a:ext cx="5330251" cy="46091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8" y="1340770"/>
            <a:ext cx="5326724" cy="46091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10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2454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35894"/>
            <a:ext cx="10873182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701209"/>
            <a:ext cx="5330251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8" y="1701209"/>
            <a:ext cx="5326724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657648" y="1153390"/>
            <a:ext cx="5329619" cy="458233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6204105" y="1153390"/>
            <a:ext cx="5326723" cy="458233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9588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6" y="521840"/>
            <a:ext cx="3279052" cy="890936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文本占位符 3"/>
          <p:cNvSpPr>
            <a:spLocks noGrp="1"/>
          </p:cNvSpPr>
          <p:nvPr>
            <p:ph type="body" sz="half" idx="2"/>
          </p:nvPr>
        </p:nvSpPr>
        <p:spPr>
          <a:xfrm>
            <a:off x="657646" y="1412779"/>
            <a:ext cx="3279052" cy="4753074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>
          <a:xfrm>
            <a:off x="4176620" y="549274"/>
            <a:ext cx="7354209" cy="5616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13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66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657645" y="1628800"/>
            <a:ext cx="10352329" cy="4176464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058" indent="0">
              <a:buNone/>
              <a:defRPr sz="2000">
                <a:solidFill>
                  <a:srgbClr val="0046AA"/>
                </a:solidFill>
              </a:defRPr>
            </a:lvl2pPr>
            <a:lvl3pPr marL="914114" indent="0">
              <a:buNone/>
              <a:defRPr sz="2000">
                <a:solidFill>
                  <a:srgbClr val="0046AA"/>
                </a:solidFill>
              </a:defRPr>
            </a:lvl3pPr>
            <a:lvl4pPr marL="1371173" indent="0">
              <a:buNone/>
              <a:defRPr sz="2000">
                <a:solidFill>
                  <a:srgbClr val="0046AA"/>
                </a:solidFill>
              </a:defRPr>
            </a:lvl4pPr>
            <a:lvl5pPr marL="1828230" indent="0">
              <a:buNone/>
              <a:defRPr sz="2000">
                <a:solidFill>
                  <a:srgbClr val="0046AA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807" y="1084737"/>
            <a:ext cx="10972800" cy="399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7152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913"/>
          <a:stretch/>
        </p:blipFill>
        <p:spPr bwMode="auto">
          <a:xfrm>
            <a:off x="3624372" y="2520477"/>
            <a:ext cx="4788307" cy="5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3619782" y="3208021"/>
            <a:ext cx="5474942" cy="415488"/>
          </a:xfrm>
          <a:prstGeom prst="rect">
            <a:avLst/>
          </a:prstGeom>
          <a:noFill/>
        </p:spPr>
        <p:txBody>
          <a:bodyPr wrap="square" lIns="91408" tIns="45704" rIns="91408" bIns="45704" rtlCol="0">
            <a:spAutoFit/>
          </a:bodyPr>
          <a:lstStyle/>
          <a:p>
            <a:pPr defTabSz="1018986"/>
            <a:r>
              <a:rPr lang="zh-CN" altLang="en-US" sz="2100" dirty="0">
                <a:solidFill>
                  <a:srgbClr val="1768B3"/>
                </a:solidFill>
                <a:latin typeface="微软雅黑" pitchFamily="34" charset="-122"/>
              </a:rPr>
              <a:t>光   随   心   动      绽    美    生   活</a:t>
            </a:r>
          </a:p>
        </p:txBody>
      </p:sp>
      <p:sp>
        <p:nvSpPr>
          <p:cNvPr id="8" name="椭圆 7"/>
          <p:cNvSpPr/>
          <p:nvPr userDrawn="1"/>
        </p:nvSpPr>
        <p:spPr>
          <a:xfrm>
            <a:off x="5936241" y="3384573"/>
            <a:ext cx="78606" cy="77603"/>
          </a:xfrm>
          <a:prstGeom prst="ellipse">
            <a:avLst/>
          </a:prstGeom>
          <a:solidFill>
            <a:srgbClr val="0046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pPr algn="ctr" defTabSz="1018986"/>
            <a:endParaRPr lang="zh-CN" altLang="en-US" sz="2000">
              <a:solidFill>
                <a:srgbClr val="F8F8F8"/>
              </a:solidFill>
            </a:endParaRPr>
          </a:p>
        </p:txBody>
      </p:sp>
      <p:pic>
        <p:nvPicPr>
          <p:cNvPr id="9" name="7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22" t="56086" r="53965" b="29979"/>
          <a:stretch/>
        </p:blipFill>
        <p:spPr bwMode="auto">
          <a:xfrm>
            <a:off x="5674826" y="3037118"/>
            <a:ext cx="153872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10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57" t="56086" b="29979"/>
          <a:stretch/>
        </p:blipFill>
        <p:spPr bwMode="auto">
          <a:xfrm>
            <a:off x="7170468" y="3037118"/>
            <a:ext cx="1242211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1" t="56086" r="65147" b="29979"/>
          <a:stretch/>
        </p:blipFill>
        <p:spPr bwMode="auto">
          <a:xfrm>
            <a:off x="5047027" y="3037116"/>
            <a:ext cx="246196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3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t="56086" r="70289" b="29979"/>
          <a:stretch/>
        </p:blipFill>
        <p:spPr bwMode="auto">
          <a:xfrm>
            <a:off x="4930083" y="3037118"/>
            <a:ext cx="116944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6" t="56086" r="72732" b="29979"/>
          <a:stretch/>
        </p:blipFill>
        <p:spPr bwMode="auto">
          <a:xfrm>
            <a:off x="4603875" y="3037118"/>
            <a:ext cx="326208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86" r="79544" b="29979"/>
          <a:stretch/>
        </p:blipFill>
        <p:spPr bwMode="auto">
          <a:xfrm>
            <a:off x="3619780" y="3037116"/>
            <a:ext cx="979501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9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2" t="56086" r="25943" b="29979"/>
          <a:stretch/>
        </p:blipFill>
        <p:spPr bwMode="auto">
          <a:xfrm>
            <a:off x="6308783" y="3037116"/>
            <a:ext cx="861685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8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36" t="56086" r="43938" b="29979"/>
          <a:stretch/>
        </p:blipFill>
        <p:spPr bwMode="auto">
          <a:xfrm>
            <a:off x="5828695" y="3037118"/>
            <a:ext cx="480083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6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0" t="56086" r="57178" b="29979"/>
          <a:stretch/>
        </p:blipFill>
        <p:spPr bwMode="auto">
          <a:xfrm>
            <a:off x="5557881" y="3037118"/>
            <a:ext cx="116943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5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2" t="56086" r="59621" b="29979"/>
          <a:stretch/>
        </p:blipFill>
        <p:spPr bwMode="auto">
          <a:xfrm>
            <a:off x="5293221" y="3037116"/>
            <a:ext cx="264662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0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3053" r="41" b="29979"/>
          <a:stretch/>
        </p:blipFill>
        <p:spPr bwMode="auto">
          <a:xfrm>
            <a:off x="3619780" y="3101296"/>
            <a:ext cx="4786309" cy="64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3-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3" t="56086" r="70289" b="29979"/>
          <a:stretch/>
        </p:blipFill>
        <p:spPr bwMode="auto">
          <a:xfrm>
            <a:off x="4305552" y="3037118"/>
            <a:ext cx="624527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3-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3" t="56086" r="70289" b="29979"/>
          <a:stretch/>
        </p:blipFill>
        <p:spPr bwMode="auto">
          <a:xfrm>
            <a:off x="3619781" y="3037118"/>
            <a:ext cx="396890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3-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86" t="56086" r="76106" b="29979"/>
          <a:stretch/>
        </p:blipFill>
        <p:spPr bwMode="auto">
          <a:xfrm>
            <a:off x="3818226" y="3037118"/>
            <a:ext cx="624527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4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0-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3053" r="41" b="29979"/>
          <a:stretch/>
        </p:blipFill>
        <p:spPr bwMode="auto">
          <a:xfrm>
            <a:off x="3619780" y="3101296"/>
            <a:ext cx="4786309" cy="64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0-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3053" r="41" b="29979"/>
          <a:stretch/>
        </p:blipFill>
        <p:spPr bwMode="auto">
          <a:xfrm>
            <a:off x="3619780" y="3101296"/>
            <a:ext cx="4786309" cy="64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3456852" y="3037118"/>
            <a:ext cx="5358270" cy="64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986"/>
            <a:endParaRPr lang="zh-CN" altLang="en-US" sz="2000">
              <a:solidFill>
                <a:srgbClr val="FFFFFF"/>
              </a:solidFill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3456852" y="3162889"/>
            <a:ext cx="5358270" cy="64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986"/>
            <a:endParaRPr lang="zh-CN" alt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38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88902" y="2369402"/>
            <a:ext cx="6985393" cy="359917"/>
          </a:xfrm>
        </p:spPr>
        <p:txBody>
          <a:bodyPr>
            <a:noAutofit/>
          </a:bodyPr>
          <a:lstStyle>
            <a:lvl1pPr algn="l">
              <a:defRPr sz="27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97C50-3CC2-41FD-8A86-B274DF12346C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BDA1-D9AA-41F0-811A-C43BF30A8C0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98" y="2403502"/>
            <a:ext cx="3906644" cy="919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388902" y="2730502"/>
            <a:ext cx="4826090" cy="26923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latin typeface="微软雅黑" pitchFamily="34" charset="-122"/>
                <a:ea typeface="微软雅黑" pitchFamily="34" charset="-122"/>
              </a:defRPr>
            </a:lvl3pPr>
            <a:lvl4pPr>
              <a:defRPr sz="2000">
                <a:latin typeface="微软雅黑" pitchFamily="34" charset="-122"/>
                <a:ea typeface="微软雅黑" pitchFamily="34" charset="-122"/>
              </a:defRPr>
            </a:lvl4pPr>
            <a:lvl5pPr>
              <a:defRPr sz="20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单击此处编辑部门名称</a:t>
            </a:r>
            <a:endParaRPr lang="zh-CN" altLang="en-US" dirty="0"/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4388902" y="2999017"/>
            <a:ext cx="4826090" cy="26508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latin typeface="微软雅黑" pitchFamily="34" charset="-122"/>
                <a:ea typeface="微软雅黑" pitchFamily="34" charset="-122"/>
              </a:defRPr>
            </a:lvl3pPr>
            <a:lvl4pPr>
              <a:defRPr sz="2000">
                <a:latin typeface="微软雅黑" pitchFamily="34" charset="-122"/>
                <a:ea typeface="微软雅黑" pitchFamily="34" charset="-122"/>
              </a:defRPr>
            </a:lvl4pPr>
            <a:lvl5pPr>
              <a:defRPr sz="20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单击此处编辑日期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4267172" y="2416204"/>
            <a:ext cx="0" cy="796896"/>
          </a:xfrm>
          <a:prstGeom prst="line">
            <a:avLst/>
          </a:prstGeom>
          <a:ln w="19050">
            <a:solidFill>
              <a:srgbClr val="0046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015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51" y="521842"/>
            <a:ext cx="10873181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125541"/>
            <a:ext cx="10873182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7513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969" y="3569759"/>
            <a:ext cx="10972800" cy="422295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556628" y="2682255"/>
            <a:ext cx="10924643" cy="91440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8" name="Picture 4"/>
          <p:cNvPicPr>
            <a:picLocks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r="-363" b="-7"/>
          <a:stretch/>
        </p:blipFill>
        <p:spPr bwMode="auto">
          <a:xfrm>
            <a:off x="-17210" y="3995347"/>
            <a:ext cx="12271222" cy="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5497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2-序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32549" y="2709791"/>
            <a:ext cx="10924643" cy="831273"/>
          </a:xfrm>
        </p:spPr>
        <p:txBody>
          <a:bodyPr vert="horz" lIns="91429" tIns="45715" rIns="91429" bIns="45715" rtlCol="0" anchor="b">
            <a:normAutofit/>
          </a:bodyPr>
          <a:lstStyle>
            <a:lvl1pPr marL="342793" indent="-342793">
              <a:buNone/>
              <a:defRPr lang="zh-CN" altLang="en-US" sz="160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lvl="0" indent="0"/>
            <a:r>
              <a:rPr lang="zh-CN" altLang="en-US" sz="1400" smtClean="0"/>
              <a:t>单击此处编辑母版文本样式</a:t>
            </a:r>
          </a:p>
        </p:txBody>
      </p:sp>
      <p:sp>
        <p:nvSpPr>
          <p:cNvPr id="12" name="标题 4"/>
          <p:cNvSpPr>
            <a:spLocks noGrp="1"/>
          </p:cNvSpPr>
          <p:nvPr>
            <p:ph type="title"/>
          </p:nvPr>
        </p:nvSpPr>
        <p:spPr>
          <a:xfrm>
            <a:off x="1894888" y="3563814"/>
            <a:ext cx="10972800" cy="349005"/>
          </a:xfrm>
        </p:spPr>
        <p:txBody>
          <a:bodyPr/>
          <a:lstStyle/>
          <a:p>
            <a:r>
              <a:rPr lang="zh-CN" altLang="en-US" sz="2200" smtClean="0"/>
              <a:t>单击此处编辑母版标题样式</a:t>
            </a:r>
            <a:endParaRPr lang="zh-CN" altLang="en-US" sz="2200" dirty="0"/>
          </a:p>
        </p:txBody>
      </p:sp>
      <p:pic>
        <p:nvPicPr>
          <p:cNvPr id="13" name="Picture 4"/>
          <p:cNvPicPr>
            <a:picLocks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r="-363" b="-7"/>
          <a:stretch/>
        </p:blipFill>
        <p:spPr bwMode="auto">
          <a:xfrm>
            <a:off x="-17210" y="3995347"/>
            <a:ext cx="12271222" cy="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8308" y="2997200"/>
            <a:ext cx="1343500" cy="1200150"/>
          </a:xfrm>
        </p:spPr>
        <p:txBody>
          <a:bodyPr>
            <a:noAutofit/>
          </a:bodyPr>
          <a:lstStyle>
            <a:lvl1pPr marL="0" indent="0">
              <a:buNone/>
              <a:defRPr sz="7199">
                <a:solidFill>
                  <a:schemeClr val="bg2"/>
                </a:solidFill>
                <a:latin typeface="+mj-lt"/>
              </a:defRPr>
            </a:lvl1pPr>
            <a:lvl2pPr marL="457058" indent="0">
              <a:buNone/>
              <a:defRPr sz="7199">
                <a:solidFill>
                  <a:schemeClr val="bg2"/>
                </a:solidFill>
                <a:latin typeface="+mj-lt"/>
              </a:defRPr>
            </a:lvl2pPr>
            <a:lvl3pPr marL="914114" indent="0">
              <a:buNone/>
              <a:defRPr sz="7199">
                <a:solidFill>
                  <a:schemeClr val="bg2"/>
                </a:solidFill>
                <a:latin typeface="+mj-lt"/>
              </a:defRPr>
            </a:lvl3pPr>
            <a:lvl4pPr>
              <a:defRPr sz="7199">
                <a:solidFill>
                  <a:schemeClr val="bg2"/>
                </a:solidFill>
                <a:latin typeface="+mj-lt"/>
              </a:defRPr>
            </a:lvl4pPr>
            <a:lvl5pPr>
              <a:defRPr sz="7199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zh-CN" altLang="en-US" dirty="0" smtClean="0"/>
              <a:t>序号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7667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3816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49277"/>
            <a:ext cx="10874946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4" y="6356352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240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49966"/>
            <a:ext cx="10873182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340770"/>
            <a:ext cx="5330251" cy="46091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8" y="1340770"/>
            <a:ext cx="5326724" cy="46091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10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7893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35894"/>
            <a:ext cx="10873182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701209"/>
            <a:ext cx="5330251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8" y="1701209"/>
            <a:ext cx="5326724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657648" y="1153390"/>
            <a:ext cx="5329619" cy="458233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6204105" y="1153390"/>
            <a:ext cx="5326723" cy="458233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2398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6" y="521840"/>
            <a:ext cx="3279052" cy="890936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文本占位符 3"/>
          <p:cNvSpPr>
            <a:spLocks noGrp="1"/>
          </p:cNvSpPr>
          <p:nvPr>
            <p:ph type="body" sz="half" idx="2"/>
          </p:nvPr>
        </p:nvSpPr>
        <p:spPr>
          <a:xfrm>
            <a:off x="657646" y="1412779"/>
            <a:ext cx="3279052" cy="4753074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>
          <a:xfrm>
            <a:off x="4176620" y="549274"/>
            <a:ext cx="7354209" cy="5616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13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19732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657645" y="1628800"/>
            <a:ext cx="10352329" cy="4176464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058" indent="0">
              <a:buNone/>
              <a:defRPr sz="2000">
                <a:solidFill>
                  <a:srgbClr val="0046AA"/>
                </a:solidFill>
              </a:defRPr>
            </a:lvl2pPr>
            <a:lvl3pPr marL="914114" indent="0">
              <a:buNone/>
              <a:defRPr sz="2000">
                <a:solidFill>
                  <a:srgbClr val="0046AA"/>
                </a:solidFill>
              </a:defRPr>
            </a:lvl3pPr>
            <a:lvl4pPr marL="1371173" indent="0">
              <a:buNone/>
              <a:defRPr sz="2000">
                <a:solidFill>
                  <a:srgbClr val="0046AA"/>
                </a:solidFill>
              </a:defRPr>
            </a:lvl4pPr>
            <a:lvl5pPr marL="1828230" indent="0">
              <a:buNone/>
              <a:defRPr sz="2000">
                <a:solidFill>
                  <a:srgbClr val="0046AA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807" y="1084737"/>
            <a:ext cx="10972800" cy="399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94" r="7519" b="59859"/>
          <a:stretch/>
        </p:blipFill>
        <p:spPr bwMode="auto">
          <a:xfrm>
            <a:off x="9243526" y="240793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9357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913"/>
          <a:stretch/>
        </p:blipFill>
        <p:spPr bwMode="auto">
          <a:xfrm>
            <a:off x="3624372" y="2520477"/>
            <a:ext cx="4788307" cy="5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3619782" y="3208021"/>
            <a:ext cx="5474942" cy="415488"/>
          </a:xfrm>
          <a:prstGeom prst="rect">
            <a:avLst/>
          </a:prstGeom>
          <a:noFill/>
        </p:spPr>
        <p:txBody>
          <a:bodyPr wrap="square" lIns="91408" tIns="45704" rIns="91408" bIns="45704" rtlCol="0">
            <a:spAutoFit/>
          </a:bodyPr>
          <a:lstStyle/>
          <a:p>
            <a:pPr defTabSz="1018986"/>
            <a:r>
              <a:rPr lang="zh-CN" altLang="en-US" sz="2100" dirty="0">
                <a:solidFill>
                  <a:srgbClr val="1768B3"/>
                </a:solidFill>
                <a:latin typeface="微软雅黑" pitchFamily="34" charset="-122"/>
              </a:rPr>
              <a:t>光   随   心   动      绽    美    生   活</a:t>
            </a:r>
          </a:p>
        </p:txBody>
      </p:sp>
      <p:sp>
        <p:nvSpPr>
          <p:cNvPr id="8" name="椭圆 7"/>
          <p:cNvSpPr/>
          <p:nvPr userDrawn="1"/>
        </p:nvSpPr>
        <p:spPr>
          <a:xfrm>
            <a:off x="5936241" y="3384573"/>
            <a:ext cx="78606" cy="77603"/>
          </a:xfrm>
          <a:prstGeom prst="ellipse">
            <a:avLst/>
          </a:prstGeom>
          <a:solidFill>
            <a:srgbClr val="0046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pPr algn="ctr" defTabSz="1018986"/>
            <a:endParaRPr lang="zh-CN" altLang="en-US" sz="2000">
              <a:solidFill>
                <a:srgbClr val="F8F8F8"/>
              </a:solidFill>
            </a:endParaRPr>
          </a:p>
        </p:txBody>
      </p:sp>
      <p:pic>
        <p:nvPicPr>
          <p:cNvPr id="9" name="7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22" t="56086" r="53965" b="29979"/>
          <a:stretch/>
        </p:blipFill>
        <p:spPr bwMode="auto">
          <a:xfrm>
            <a:off x="5674826" y="3037118"/>
            <a:ext cx="153872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10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57" t="56086" b="29979"/>
          <a:stretch/>
        </p:blipFill>
        <p:spPr bwMode="auto">
          <a:xfrm>
            <a:off x="7170468" y="3037118"/>
            <a:ext cx="1242211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4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1" t="56086" r="65147" b="29979"/>
          <a:stretch/>
        </p:blipFill>
        <p:spPr bwMode="auto">
          <a:xfrm>
            <a:off x="5047027" y="3037116"/>
            <a:ext cx="246196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3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t="56086" r="70289" b="29979"/>
          <a:stretch/>
        </p:blipFill>
        <p:spPr bwMode="auto">
          <a:xfrm>
            <a:off x="4930083" y="3037118"/>
            <a:ext cx="116944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6" t="56086" r="72732" b="29979"/>
          <a:stretch/>
        </p:blipFill>
        <p:spPr bwMode="auto">
          <a:xfrm>
            <a:off x="4603875" y="3037118"/>
            <a:ext cx="326208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86" r="79544" b="29979"/>
          <a:stretch/>
        </p:blipFill>
        <p:spPr bwMode="auto">
          <a:xfrm>
            <a:off x="3619780" y="3037116"/>
            <a:ext cx="979501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9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2" t="56086" r="25943" b="29979"/>
          <a:stretch/>
        </p:blipFill>
        <p:spPr bwMode="auto">
          <a:xfrm>
            <a:off x="6308783" y="3037116"/>
            <a:ext cx="861685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8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36" t="56086" r="43938" b="29979"/>
          <a:stretch/>
        </p:blipFill>
        <p:spPr bwMode="auto">
          <a:xfrm>
            <a:off x="5828695" y="3037118"/>
            <a:ext cx="480083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6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0" t="56086" r="57178" b="29979"/>
          <a:stretch/>
        </p:blipFill>
        <p:spPr bwMode="auto">
          <a:xfrm>
            <a:off x="5557881" y="3037118"/>
            <a:ext cx="116943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5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2" t="56086" r="59621" b="29979"/>
          <a:stretch/>
        </p:blipFill>
        <p:spPr bwMode="auto">
          <a:xfrm>
            <a:off x="5293221" y="3037116"/>
            <a:ext cx="264662" cy="1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0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3053" r="41" b="29979"/>
          <a:stretch/>
        </p:blipFill>
        <p:spPr bwMode="auto">
          <a:xfrm>
            <a:off x="3619780" y="3101296"/>
            <a:ext cx="4786309" cy="64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3-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3" t="56086" r="70289" b="29979"/>
          <a:stretch/>
        </p:blipFill>
        <p:spPr bwMode="auto">
          <a:xfrm>
            <a:off x="4305552" y="3037118"/>
            <a:ext cx="624527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3-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3" t="56086" r="70289" b="29979"/>
          <a:stretch/>
        </p:blipFill>
        <p:spPr bwMode="auto">
          <a:xfrm>
            <a:off x="3619781" y="3037118"/>
            <a:ext cx="396890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3-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86" t="56086" r="76106" b="29979"/>
          <a:stretch/>
        </p:blipFill>
        <p:spPr bwMode="auto">
          <a:xfrm>
            <a:off x="3818226" y="3037118"/>
            <a:ext cx="624527" cy="12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4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363" b="-1"/>
          <a:stretch/>
        </p:blipFill>
        <p:spPr bwMode="auto">
          <a:xfrm>
            <a:off x="-17211" y="6795153"/>
            <a:ext cx="12271222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0-1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3053" r="41" b="29979"/>
          <a:stretch/>
        </p:blipFill>
        <p:spPr bwMode="auto">
          <a:xfrm>
            <a:off x="3619780" y="3101296"/>
            <a:ext cx="4786309" cy="64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0-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3053" r="41" b="29979"/>
          <a:stretch/>
        </p:blipFill>
        <p:spPr bwMode="auto">
          <a:xfrm>
            <a:off x="3619780" y="3101296"/>
            <a:ext cx="4786309" cy="64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3456852" y="3037118"/>
            <a:ext cx="5358270" cy="64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986"/>
            <a:endParaRPr lang="zh-CN" altLang="en-US" sz="2000">
              <a:solidFill>
                <a:srgbClr val="FFFFFF"/>
              </a:solidFill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3456852" y="3162889"/>
            <a:ext cx="5358270" cy="64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986"/>
            <a:endParaRPr lang="zh-CN" alt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0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2304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4122000"/>
            <a:ext cx="9360000" cy="1080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321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 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2898000"/>
            <a:ext cx="9360000" cy="2304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821049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184" cy="1080000"/>
          </a:xfrm>
        </p:spPr>
        <p:txBody>
          <a:bodyPr/>
          <a:lstStyle>
            <a:lvl1pPr>
              <a:lnSpc>
                <a:spcPts val="2000"/>
              </a:lnSpc>
              <a:defRPr sz="1600" b="1" i="0" cap="all" spc="-5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rgbClr val="0D4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idx="1" hasCustomPrompt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baseline="0"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795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857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_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0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563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_Two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0" hasCustomPrompt="1"/>
          </p:nvPr>
        </p:nvSpPr>
        <p:spPr>
          <a:xfrm>
            <a:off x="6191251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021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ent_Thre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76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318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8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12" hasCustomPrompt="1"/>
          </p:nvPr>
        </p:nvSpPr>
        <p:spPr>
          <a:xfrm>
            <a:off x="8064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064000" y="1674000"/>
            <a:ext cx="3552000" cy="1080000"/>
          </a:xfrm>
        </p:spPr>
        <p:txBody>
          <a:bodyPr/>
          <a:lstStyle>
            <a:lvl1pPr>
              <a:defRPr sz="1600" b="0" i="0" cap="all" spc="-5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04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_Four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8"/>
          </p:nvPr>
        </p:nvSpPr>
        <p:spPr>
          <a:xfrm>
            <a:off x="6191251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>
          <a:xfrm>
            <a:off x="574633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20"/>
          </p:nvPr>
        </p:nvSpPr>
        <p:spPr>
          <a:xfrm>
            <a:off x="6196500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7339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Content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2541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Divider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FFFFFF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D2D2D2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FFFFFF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47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ivider_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585858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1200"/>
              </a:lnSpc>
              <a:defRPr sz="750" b="0" i="0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83ECBE59-CCD2-0842-9ACD-CA49A3A5847A}" type="slidenum">
              <a:rPr lang="en-US" smtClean="0">
                <a:solidFill>
                  <a:srgbClr val="5A5A5A"/>
                </a:solidFill>
              </a:rPr>
              <a:pPr/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51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vi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432000" tIns="360000"/>
          <a:lstStyle>
            <a:lvl1pPr>
              <a:defRPr sz="1400" b="0" i="0" kern="1200" cap="all" spc="0" baseline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10" name="矩形 16"/>
          <p:cNvSpPr/>
          <p:nvPr userDrawn="1"/>
        </p:nvSpPr>
        <p:spPr>
          <a:xfrm>
            <a:off x="2256000" y="2754000"/>
            <a:ext cx="9360000" cy="2592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kumimoji="1" lang="zh-CN" altLang="en-US" dirty="0">
              <a:solidFill>
                <a:srgbClr val="0046AA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56000" y="2898000"/>
            <a:ext cx="9360000" cy="1080000"/>
          </a:xfrm>
        </p:spPr>
        <p:txBody>
          <a:bodyPr lIns="144000" tIns="0" rIns="144000" bIns="0"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256000" y="4122303"/>
            <a:ext cx="9360000" cy="1080000"/>
          </a:xfrm>
        </p:spPr>
        <p:txBody>
          <a:bodyPr lIns="144000" tIns="0" rIns="144000" bIns="0"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D2D2D2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78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ack_Cover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6"/>
          <p:cNvSpPr/>
          <p:nvPr userDrawn="1"/>
        </p:nvSpPr>
        <p:spPr>
          <a:xfrm>
            <a:off x="2256000" y="4803112"/>
            <a:ext cx="9360000" cy="542888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400"/>
              </a:lnSpc>
            </a:pPr>
            <a:r>
              <a:rPr lang="en-US" sz="9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80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9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400"/>
              </a:lnSpc>
            </a:pP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9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256000" y="3097344"/>
            <a:ext cx="7220373" cy="16662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r>
              <a:rPr lang="en-US" altLang="zh-CN" sz="4800" dirty="0" smtClean="0">
                <a:solidFill>
                  <a:srgbClr val="0046AA"/>
                </a:solidFill>
              </a:rPr>
              <a:t>THANK YOU</a:t>
            </a:r>
          </a:p>
          <a:p>
            <a:pPr defTabSz="457200">
              <a:lnSpc>
                <a:spcPts val="2200"/>
              </a:lnSpc>
            </a:pPr>
            <a:endParaRPr lang="en-US" altLang="zh-CN" sz="3200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200"/>
              </a:lnSpc>
            </a:pPr>
            <a:r>
              <a:rPr lang="zh-CN" altLang="en-US" sz="32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96761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862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35895"/>
            <a:ext cx="10873183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5" y="1701209"/>
            <a:ext cx="5330251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9" y="1701209"/>
            <a:ext cx="5326724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657648" y="1153391"/>
            <a:ext cx="5329619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6204105" y="1153391"/>
            <a:ext cx="5326724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65836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51" y="521843"/>
            <a:ext cx="10873181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530820CF-B880-4189-942D-D702A7CBA730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125541"/>
            <a:ext cx="10873183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3" b="-1"/>
          <a:stretch/>
        </p:blipFill>
        <p:spPr bwMode="auto">
          <a:xfrm>
            <a:off x="-17211" y="6795153"/>
            <a:ext cx="12271223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929"/>
          <a:stretch/>
        </p:blipFill>
        <p:spPr bwMode="auto">
          <a:xfrm>
            <a:off x="9243526" y="240794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43281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1240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8089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85973" y="1333486"/>
            <a:ext cx="9360000" cy="2476517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85973" y="3905253"/>
            <a:ext cx="9360000" cy="952507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4267"/>
              </a:lnSpc>
              <a:defRPr sz="3733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2285973" y="4953011"/>
            <a:ext cx="9360000" cy="1440000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2" name="Rectangle 9"/>
          <p:cNvSpPr/>
          <p:nvPr userDrawn="1"/>
        </p:nvSpPr>
        <p:spPr>
          <a:xfrm>
            <a:off x="2285973" y="6454998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pic>
        <p:nvPicPr>
          <p:cNvPr id="13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  <p:sp>
        <p:nvSpPr>
          <p:cNvPr id="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42155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 userDrawn="1"/>
        </p:nvSpPr>
        <p:spPr>
          <a:xfrm>
            <a:off x="2190723" y="4133909"/>
            <a:ext cx="9429816" cy="723851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867"/>
              </a:lnSpc>
            </a:pPr>
            <a:r>
              <a:rPr lang="en-US" sz="12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1067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12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867"/>
              </a:lnSpc>
            </a:pP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12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7" name="Rectangle 7"/>
          <p:cNvSpPr/>
          <p:nvPr userDrawn="1"/>
        </p:nvSpPr>
        <p:spPr>
          <a:xfrm>
            <a:off x="2190724" y="5964965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190723" y="2255104"/>
            <a:ext cx="7220373" cy="22216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933"/>
              </a:lnSpc>
            </a:pPr>
            <a:r>
              <a:rPr lang="en-US" altLang="zh-CN" sz="6400" dirty="0" smtClean="0">
                <a:solidFill>
                  <a:srgbClr val="0046AA"/>
                </a:solidFill>
                <a:cs typeface="Arial" pitchFamily="34" charset="0"/>
              </a:rPr>
              <a:t>THANK YOU</a:t>
            </a:r>
          </a:p>
          <a:p>
            <a:pPr defTabSz="457200">
              <a:lnSpc>
                <a:spcPts val="2933"/>
              </a:lnSpc>
            </a:pPr>
            <a:endParaRPr lang="en-US" altLang="zh-CN" sz="4267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933"/>
              </a:lnSpc>
            </a:pPr>
            <a:r>
              <a:rPr lang="zh-CN" altLang="en-US" sz="4267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39403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pPr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pPr defTabSz="457200"/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891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4"/>
            <a:ext cx="10363200" cy="147002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599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68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8346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6171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6197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952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609600" y="2899833"/>
            <a:ext cx="5386917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6193368" y="2046817"/>
            <a:ext cx="5389033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6193368" y="2899833"/>
            <a:ext cx="5389033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2101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3777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034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4766733" y="364067"/>
            <a:ext cx="6815667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609601" y="1913467"/>
            <a:ext cx="4011084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7902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2389717" y="817033"/>
            <a:ext cx="73152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2389717" y="7156451"/>
            <a:ext cx="73152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072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81717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8839200" y="366185"/>
            <a:ext cx="2743200" cy="780203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09600" y="366185"/>
            <a:ext cx="8026400" cy="780203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5168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body"/>
          </p:nvPr>
        </p:nvSpPr>
        <p:spPr>
          <a:xfrm>
            <a:off x="2285973" y="1333486"/>
            <a:ext cx="9360000" cy="247651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2667"/>
              </a:lnSpc>
              <a:defRPr/>
            </a:lvl1pPr>
          </a:lstStyle>
          <a:p>
            <a:pPr>
              <a:lnSpc>
                <a:spcPts val="2000"/>
              </a:lnSpc>
            </a:pPr>
            <a:r>
              <a:rPr lang="en-US" altLang="zh-CN" sz="2133" b="0" i="0" kern="2200" cap="all" spc="0" baseline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Image area: To place an image, drag and drop selected content directly into the image area box, or by accessing the insert drop down menu</a:t>
            </a:r>
            <a:endParaRPr lang="zh-CN" altLang="en-US" sz="2133" b="0" i="0" kern="2200" cap="all" spc="0" baseline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body"/>
          </p:nvPr>
        </p:nvSpPr>
        <p:spPr>
          <a:xfrm>
            <a:off x="2285973" y="3905253"/>
            <a:ext cx="9360000" cy="952507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/>
            </a:lvl1pPr>
          </a:lstStyle>
          <a:p>
            <a:pPr>
              <a:lnSpc>
                <a:spcPts val="3200"/>
              </a:lnSpc>
            </a:pPr>
            <a:r>
              <a:rPr lang="en-US" altLang="zh-CN" sz="3733" b="0" i="0" kern="1200" cap="all" spc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presentation title</a:t>
            </a:r>
            <a:endParaRPr lang="zh-CN" altLang="en-US" sz="3733" b="0" i="0" kern="1200" cap="all" spc="0" baseline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body" idx="10"/>
          </p:nvPr>
        </p:nvSpPr>
        <p:spPr>
          <a:xfrm>
            <a:off x="2285973" y="4953011"/>
            <a:ext cx="936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2667"/>
              </a:lnSpc>
              <a:defRPr/>
            </a:lvl1pPr>
          </a:lstStyle>
          <a:p>
            <a:pPr>
              <a:lnSpc>
                <a:spcPts val="2000"/>
              </a:lnSpc>
            </a:pPr>
            <a:r>
              <a:rPr lang="en-US" altLang="zh-CN" sz="2133" b="1" i="0" kern="1200" cap="all" spc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text styles</a:t>
            </a:r>
            <a:endParaRPr lang="zh-CN" altLang="en-US" sz="2133" b="1" i="0" kern="1200" cap="all" spc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图片" descr="E:\work\2014 OPPLE  VI  Brief（中国区）\新建文件夹 (2)\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3446" y="356659"/>
            <a:ext cx="1619261" cy="72234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8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>
            <a:off x="1103446" y="6350554"/>
            <a:ext cx="1013483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12192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5451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6743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0"/>
          </p:nvPr>
        </p:nvSpPr>
        <p:spPr>
          <a:xfrm>
            <a:off x="575999" y="2232001"/>
            <a:ext cx="3552183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2667"/>
              </a:lnSpc>
              <a:defRPr/>
            </a:lvl1pPr>
          </a:lstStyle>
          <a:p>
            <a:pPr>
              <a:lnSpc>
                <a:spcPts val="2000"/>
              </a:lnSpc>
            </a:pPr>
            <a:r>
              <a:rPr lang="en-US" altLang="zh-CN" sz="2133" b="1" i="0" cap="all" spc="-67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text styles</a:t>
            </a:r>
            <a:endParaRPr lang="zh-CN" altLang="en-US" sz="2133" b="1" i="0" cap="all" spc="-67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>
            <a:off x="4320000" y="2232000"/>
            <a:ext cx="7296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baseline="0">
                <a:latin typeface="Arial" pitchFamily="34" charset="0"/>
                <a:cs typeface="Arial" pitchFamily="34" charset="0"/>
              </a:rPr>
              <a:t>Header and First Level Content</a:t>
            </a:r>
          </a:p>
          <a:p>
            <a:pPr lvl="1"/>
            <a:r>
              <a:rPr lang="en-US" altLang="zh-CN">
                <a:latin typeface="Arial" pitchFamily="34" charset="0"/>
                <a:cs typeface="Arial" pitchFamily="34" charset="0"/>
              </a:rPr>
              <a:t>Second Level Content</a:t>
            </a:r>
          </a:p>
          <a:p>
            <a:pPr lvl="2"/>
            <a:r>
              <a:rPr lang="en-US" altLang="zh-CN">
                <a:latin typeface="Arial" pitchFamily="34" charset="0"/>
                <a:cs typeface="Arial" pitchFamily="34" charset="0"/>
              </a:rPr>
              <a:t>Third Level Content</a:t>
            </a:r>
          </a:p>
          <a:p>
            <a:pPr lvl="3"/>
            <a:r>
              <a:rPr lang="en-US" altLang="zh-CN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Fourth Level Content</a:t>
            </a:r>
          </a:p>
          <a:p>
            <a:pPr lvl="4"/>
            <a:r>
              <a:rPr lang="en-US" altLang="zh-CN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Fifth Level Content</a:t>
            </a:r>
            <a:endParaRPr lang="zh-CN" altLang="en-US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>
            <a:off x="9744406" y="98218"/>
            <a:ext cx="2030364" cy="28732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12192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LED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天棚灯</a:t>
            </a:r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- 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鹏晖</a:t>
            </a:r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Ⅱ-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上市介绍</a:t>
            </a:r>
            <a:endParaRPr lang="zh-CN" altLang="en-US" sz="1067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Calibri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  <p:sp>
        <p:nvSpPr>
          <p:cNvPr id="42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25558471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"/>
          <p:cNvSpPr>
            <a:spLocks/>
          </p:cNvSpPr>
          <p:nvPr/>
        </p:nvSpPr>
        <p:spPr>
          <a:xfrm>
            <a:off x="1178685" y="4133909"/>
            <a:ext cx="10403715" cy="723849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round/>
          </a:ln>
        </p:spPr>
        <p:txBody>
          <a:bodyPr vert="horz" wrap="square" lIns="192000" tIns="96000" rIns="192000" bIns="96000" anchor="t" anchorCtr="0">
            <a:prstTxWarp prst="textNoShape">
              <a:avLst/>
            </a:prstTxWarp>
          </a:bodyPr>
          <a:lstStyle/>
          <a:p>
            <a:pPr>
              <a:lnSpc>
                <a:spcPts val="1867"/>
              </a:lnSpc>
            </a:pPr>
            <a:r>
              <a:rPr lang="en-US" altLang="zh-CN" sz="1200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OPPLE LIGHTING CO., LTD.  </a:t>
            </a:r>
            <a:r>
              <a:rPr lang="zh-CN" altLang="en-US" sz="1067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Lantinghei SC Heavy" charset="0"/>
              </a:rPr>
              <a:t>欧普照明股份有限公司</a:t>
            </a:r>
            <a:endParaRPr lang="en-US" altLang="zh-CN" sz="120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Whitney-Book" charset="0"/>
            </a:endParaRPr>
          </a:p>
          <a:p>
            <a:pPr>
              <a:lnSpc>
                <a:spcPts val="1867"/>
              </a:lnSpc>
            </a:pPr>
            <a:r>
              <a:rPr lang="en-US" altLang="zh-CN" sz="1200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T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Semibold" charset="0"/>
              </a:rPr>
              <a:t> 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" charset="0"/>
              </a:rPr>
              <a:t>+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SC" charset="0"/>
              </a:rPr>
              <a:t>86 21 3855 0000	</a:t>
            </a:r>
            <a:r>
              <a:rPr lang="en-US" altLang="zh-CN" sz="1200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E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Semibold" charset="0"/>
              </a:rPr>
              <a:t> 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" charset="0"/>
              </a:rPr>
              <a:t>intersales@opple.com</a:t>
            </a:r>
            <a:endParaRPr lang="zh-CN" altLang="en-US" sz="120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Whitney-Book" charset="0"/>
            </a:endParaRPr>
          </a:p>
        </p:txBody>
      </p:sp>
      <p:sp>
        <p:nvSpPr>
          <p:cNvPr id="123" name="矩形"/>
          <p:cNvSpPr>
            <a:spLocks/>
          </p:cNvSpPr>
          <p:nvPr/>
        </p:nvSpPr>
        <p:spPr>
          <a:xfrm>
            <a:off x="1199456" y="2668506"/>
            <a:ext cx="7220373" cy="222165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2933"/>
              </a:lnSpc>
            </a:pPr>
            <a:r>
              <a:rPr lang="en-US" altLang="zh-CN" sz="6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THANK YOU</a:t>
            </a:r>
            <a:endParaRPr lang="en-US" altLang="zh-CN" sz="640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>
              <a:lnSpc>
                <a:spcPts val="2933"/>
              </a:lnSpc>
            </a:pPr>
            <a:endParaRPr lang="en-US" altLang="zh-CN" sz="4267">
              <a:solidFill>
                <a:srgbClr val="FFFFFF"/>
              </a:solidFill>
              <a:latin typeface="方正兰亭准黑简体" charset="-122"/>
              <a:ea typeface="方正兰亭准黑简体" charset="-122"/>
              <a:cs typeface="Calibri" charset="0"/>
            </a:endParaRPr>
          </a:p>
          <a:p>
            <a:pPr>
              <a:lnSpc>
                <a:spcPts val="2933"/>
              </a:lnSpc>
            </a:pPr>
            <a:r>
              <a:rPr lang="zh-CN" altLang="en-US" sz="4267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感谢您的关注</a:t>
            </a:r>
          </a:p>
        </p:txBody>
      </p:sp>
      <p:pic>
        <p:nvPicPr>
          <p:cNvPr id="124" name="图片" descr="LOGO-0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2181" y="136313"/>
            <a:ext cx="1962572" cy="113114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5" name="矩形"/>
          <p:cNvSpPr>
            <a:spLocks/>
          </p:cNvSpPr>
          <p:nvPr/>
        </p:nvSpPr>
        <p:spPr>
          <a:xfrm>
            <a:off x="1103446" y="6239123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FFFFFF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FFFFFF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  <p:sp>
        <p:nvSpPr>
          <p:cNvPr id="1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4649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 userDrawn="1"/>
        </p:nvSpPr>
        <p:spPr>
          <a:xfrm>
            <a:off x="1199320" y="4261109"/>
            <a:ext cx="9429816" cy="723851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867"/>
              </a:lnSpc>
            </a:pPr>
            <a:r>
              <a:rPr lang="en-US" sz="12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1067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12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>
              <a:lnSpc>
                <a:spcPts val="1867"/>
              </a:lnSpc>
            </a:pP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12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7" name="Rectangle 7"/>
          <p:cNvSpPr/>
          <p:nvPr userDrawn="1"/>
        </p:nvSpPr>
        <p:spPr>
          <a:xfrm>
            <a:off x="1199322" y="6092166"/>
            <a:ext cx="1022075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altLang="zh-CN" sz="1200" b="1" dirty="0" smtClean="0">
                <a:solidFill>
                  <a:srgbClr val="0046AA"/>
                </a:solidFill>
                <a:latin typeface="Times New Roman" charset="0"/>
                <a:ea typeface="宋体" charset="0"/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latin typeface="Times New Roman" charset="0"/>
              <a:ea typeface="宋体" charset="0"/>
              <a:cs typeface="Whitney-Semibold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99322" y="2382304"/>
            <a:ext cx="7220373" cy="22216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933"/>
              </a:lnSpc>
            </a:pPr>
            <a:r>
              <a:rPr lang="en-US" altLang="zh-CN" sz="6400" dirty="0" smtClean="0">
                <a:solidFill>
                  <a:srgbClr val="0046AA"/>
                </a:solidFill>
                <a:latin typeface="Arial" pitchFamily="34" charset="0"/>
                <a:ea typeface="宋体" charset="0"/>
                <a:cs typeface="Arial" pitchFamily="34" charset="0"/>
              </a:rPr>
              <a:t>THANK YOU</a:t>
            </a:r>
          </a:p>
          <a:p>
            <a:pPr>
              <a:lnSpc>
                <a:spcPts val="2933"/>
              </a:lnSpc>
            </a:pPr>
            <a:endParaRPr lang="en-US" altLang="zh-CN" sz="4267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Times New Roman" charset="0"/>
            </a:endParaRPr>
          </a:p>
          <a:p>
            <a:pPr>
              <a:lnSpc>
                <a:spcPts val="2933"/>
              </a:lnSpc>
            </a:pPr>
            <a:r>
              <a:rPr lang="zh-CN" altLang="en-US" sz="4267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Times New Roman" charset="0"/>
              </a:rPr>
              <a:t>感谢您的关注</a:t>
            </a:r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9322" y="452587"/>
            <a:ext cx="1619261" cy="7223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64331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5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471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2304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4122000"/>
            <a:ext cx="9360000" cy="1080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50385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 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2898000"/>
            <a:ext cx="9360000" cy="2304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2339376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184" cy="1080000"/>
          </a:xfrm>
        </p:spPr>
        <p:txBody>
          <a:bodyPr/>
          <a:lstStyle>
            <a:lvl1pPr>
              <a:lnSpc>
                <a:spcPts val="2000"/>
              </a:lnSpc>
              <a:defRPr sz="1600" b="1" i="0" cap="all" spc="-5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rgbClr val="0D4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idx="1" hasCustomPrompt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baseline="0"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2304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504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_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0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346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_Two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0" hasCustomPrompt="1"/>
          </p:nvPr>
        </p:nvSpPr>
        <p:spPr>
          <a:xfrm>
            <a:off x="6191251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877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ent_Thre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76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318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8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12" hasCustomPrompt="1"/>
          </p:nvPr>
        </p:nvSpPr>
        <p:spPr>
          <a:xfrm>
            <a:off x="8064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064000" y="1674000"/>
            <a:ext cx="3552000" cy="1080000"/>
          </a:xfrm>
        </p:spPr>
        <p:txBody>
          <a:bodyPr/>
          <a:lstStyle>
            <a:lvl1pPr>
              <a:defRPr sz="1600" b="0" i="0" cap="all" spc="-5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2683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_Four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8"/>
          </p:nvPr>
        </p:nvSpPr>
        <p:spPr>
          <a:xfrm>
            <a:off x="6191251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>
          <a:xfrm>
            <a:off x="574633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20"/>
          </p:nvPr>
        </p:nvSpPr>
        <p:spPr>
          <a:xfrm>
            <a:off x="6196500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882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Content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70017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Divider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FFFFFF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D2D2D2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FFFFFF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081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ivider_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585858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1200"/>
              </a:lnSpc>
              <a:defRPr sz="750" b="0" i="0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83ECBE59-CCD2-0842-9ACD-CA49A3A5847A}" type="slidenum">
              <a:rPr lang="en-US" smtClean="0">
                <a:solidFill>
                  <a:srgbClr val="5A5A5A"/>
                </a:solidFill>
              </a:rPr>
              <a:pPr/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240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vi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432000" tIns="360000"/>
          <a:lstStyle>
            <a:lvl1pPr>
              <a:defRPr sz="1400" b="0" i="0" kern="1200" cap="all" spc="0" baseline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10" name="矩形 16"/>
          <p:cNvSpPr/>
          <p:nvPr userDrawn="1"/>
        </p:nvSpPr>
        <p:spPr>
          <a:xfrm>
            <a:off x="2256000" y="2754000"/>
            <a:ext cx="9360000" cy="2592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kumimoji="1" lang="zh-CN" altLang="en-US" dirty="0">
              <a:solidFill>
                <a:srgbClr val="0046AA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56000" y="2898000"/>
            <a:ext cx="9360000" cy="1080000"/>
          </a:xfrm>
        </p:spPr>
        <p:txBody>
          <a:bodyPr lIns="144000" tIns="0" rIns="144000" bIns="0"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256000" y="4122303"/>
            <a:ext cx="9360000" cy="1080000"/>
          </a:xfrm>
        </p:spPr>
        <p:txBody>
          <a:bodyPr lIns="144000" tIns="0" rIns="144000" bIns="0"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D2D2D2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443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ack_Cover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6"/>
          <p:cNvSpPr/>
          <p:nvPr userDrawn="1"/>
        </p:nvSpPr>
        <p:spPr>
          <a:xfrm>
            <a:off x="2256000" y="4803112"/>
            <a:ext cx="9360000" cy="542888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400"/>
              </a:lnSpc>
            </a:pPr>
            <a:r>
              <a:rPr lang="en-US" sz="9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80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9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400"/>
              </a:lnSpc>
            </a:pP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9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256000" y="3097344"/>
            <a:ext cx="7220373" cy="16662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r>
              <a:rPr lang="en-US" altLang="zh-CN" sz="4800" dirty="0" smtClean="0">
                <a:solidFill>
                  <a:srgbClr val="0046AA"/>
                </a:solidFill>
              </a:rPr>
              <a:t>THANK YOU</a:t>
            </a:r>
          </a:p>
          <a:p>
            <a:pPr defTabSz="457200">
              <a:lnSpc>
                <a:spcPts val="2200"/>
              </a:lnSpc>
            </a:pPr>
            <a:endParaRPr lang="en-US" altLang="zh-CN" sz="3200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200"/>
              </a:lnSpc>
            </a:pPr>
            <a:r>
              <a:rPr lang="zh-CN" altLang="en-US" sz="32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13422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13172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35895"/>
            <a:ext cx="10873183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5" y="1701209"/>
            <a:ext cx="5330251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9" y="1701209"/>
            <a:ext cx="5326724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657648" y="1153391"/>
            <a:ext cx="5329619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6204105" y="1153391"/>
            <a:ext cx="5326724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84931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51" y="521843"/>
            <a:ext cx="10873181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530820CF-B880-4189-942D-D702A7CBA730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125541"/>
            <a:ext cx="10873183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3" b="-1"/>
          <a:stretch/>
        </p:blipFill>
        <p:spPr bwMode="auto">
          <a:xfrm>
            <a:off x="-17211" y="6795153"/>
            <a:ext cx="12271223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929"/>
          <a:stretch/>
        </p:blipFill>
        <p:spPr bwMode="auto">
          <a:xfrm>
            <a:off x="9243526" y="240794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7942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217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833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85973" y="1333486"/>
            <a:ext cx="9360000" cy="2476517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85973" y="3905253"/>
            <a:ext cx="9360000" cy="952507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4267"/>
              </a:lnSpc>
              <a:defRPr sz="3733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2285973" y="4953011"/>
            <a:ext cx="9360000" cy="1440000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2" name="Rectangle 9"/>
          <p:cNvSpPr/>
          <p:nvPr userDrawn="1"/>
        </p:nvSpPr>
        <p:spPr>
          <a:xfrm>
            <a:off x="2285973" y="6454998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pic>
        <p:nvPicPr>
          <p:cNvPr id="13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  <p:sp>
        <p:nvSpPr>
          <p:cNvPr id="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32999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 userDrawn="1"/>
        </p:nvSpPr>
        <p:spPr>
          <a:xfrm>
            <a:off x="2190723" y="4133909"/>
            <a:ext cx="9429816" cy="723851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867"/>
              </a:lnSpc>
            </a:pPr>
            <a:r>
              <a:rPr lang="en-US" sz="12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1067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12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867"/>
              </a:lnSpc>
            </a:pP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12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7" name="Rectangle 7"/>
          <p:cNvSpPr/>
          <p:nvPr userDrawn="1"/>
        </p:nvSpPr>
        <p:spPr>
          <a:xfrm>
            <a:off x="2190724" y="5964965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190723" y="2255104"/>
            <a:ext cx="7220373" cy="22216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933"/>
              </a:lnSpc>
            </a:pPr>
            <a:r>
              <a:rPr lang="en-US" altLang="zh-CN" sz="6400" dirty="0" smtClean="0">
                <a:solidFill>
                  <a:srgbClr val="0046AA"/>
                </a:solidFill>
                <a:cs typeface="Arial" pitchFamily="34" charset="0"/>
              </a:rPr>
              <a:t>THANK YOU</a:t>
            </a:r>
          </a:p>
          <a:p>
            <a:pPr defTabSz="457200">
              <a:lnSpc>
                <a:spcPts val="2933"/>
              </a:lnSpc>
            </a:pPr>
            <a:endParaRPr lang="en-US" altLang="zh-CN" sz="4267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933"/>
              </a:lnSpc>
            </a:pPr>
            <a:r>
              <a:rPr lang="zh-CN" altLang="en-US" sz="4267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194033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pPr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pPr defTabSz="457200"/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51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2304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4122000"/>
            <a:ext cx="9360000" cy="1080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98646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 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2898000"/>
            <a:ext cx="9360000" cy="2304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047734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184" cy="1080000"/>
          </a:xfrm>
        </p:spPr>
        <p:txBody>
          <a:bodyPr/>
          <a:lstStyle>
            <a:lvl1pPr>
              <a:lnSpc>
                <a:spcPts val="2000"/>
              </a:lnSpc>
              <a:defRPr sz="1600" b="1" i="0" cap="all" spc="-5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rgbClr val="0D4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idx="1" hasCustomPrompt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baseline="0"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900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407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_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0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8879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_Two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0" hasCustomPrompt="1"/>
          </p:nvPr>
        </p:nvSpPr>
        <p:spPr>
          <a:xfrm>
            <a:off x="6191251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1596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ent_Thre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76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318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8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12" hasCustomPrompt="1"/>
          </p:nvPr>
        </p:nvSpPr>
        <p:spPr>
          <a:xfrm>
            <a:off x="8064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064000" y="1674000"/>
            <a:ext cx="3552000" cy="1080000"/>
          </a:xfrm>
        </p:spPr>
        <p:txBody>
          <a:bodyPr/>
          <a:lstStyle>
            <a:lvl1pPr>
              <a:defRPr sz="1600" b="0" i="0" cap="all" spc="-5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24081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_Four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8"/>
          </p:nvPr>
        </p:nvSpPr>
        <p:spPr>
          <a:xfrm>
            <a:off x="6191251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>
          <a:xfrm>
            <a:off x="574633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20"/>
          </p:nvPr>
        </p:nvSpPr>
        <p:spPr>
          <a:xfrm>
            <a:off x="6196500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7375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Content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7712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Divider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FFFFFF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D2D2D2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FFFFFF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812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ivider_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585858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1200"/>
              </a:lnSpc>
              <a:defRPr sz="750" b="0" i="0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83ECBE59-CCD2-0842-9ACD-CA49A3A5847A}" type="slidenum">
              <a:rPr lang="en-US" smtClean="0">
                <a:solidFill>
                  <a:srgbClr val="5A5A5A"/>
                </a:solidFill>
              </a:rPr>
              <a:pPr/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285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vi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432000" tIns="360000"/>
          <a:lstStyle>
            <a:lvl1pPr>
              <a:defRPr sz="1400" b="0" i="0" kern="1200" cap="all" spc="0" baseline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10" name="矩形 16"/>
          <p:cNvSpPr/>
          <p:nvPr userDrawn="1"/>
        </p:nvSpPr>
        <p:spPr>
          <a:xfrm>
            <a:off x="2256000" y="2754000"/>
            <a:ext cx="9360000" cy="2592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kumimoji="1" lang="zh-CN" altLang="en-US" dirty="0">
              <a:solidFill>
                <a:srgbClr val="0046AA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56000" y="2898000"/>
            <a:ext cx="9360000" cy="1080000"/>
          </a:xfrm>
        </p:spPr>
        <p:txBody>
          <a:bodyPr lIns="144000" tIns="0" rIns="144000" bIns="0"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256000" y="4122303"/>
            <a:ext cx="9360000" cy="1080000"/>
          </a:xfrm>
        </p:spPr>
        <p:txBody>
          <a:bodyPr lIns="144000" tIns="0" rIns="144000" bIns="0"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D2D2D2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31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ack_Cover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6"/>
          <p:cNvSpPr/>
          <p:nvPr userDrawn="1"/>
        </p:nvSpPr>
        <p:spPr>
          <a:xfrm>
            <a:off x="2256000" y="4803112"/>
            <a:ext cx="9360000" cy="542888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400"/>
              </a:lnSpc>
            </a:pPr>
            <a:r>
              <a:rPr lang="en-US" sz="9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80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9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400"/>
              </a:lnSpc>
            </a:pP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9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256000" y="3097344"/>
            <a:ext cx="7220373" cy="16662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r>
              <a:rPr lang="en-US" altLang="zh-CN" sz="4800" dirty="0" smtClean="0">
                <a:solidFill>
                  <a:srgbClr val="0046AA"/>
                </a:solidFill>
              </a:rPr>
              <a:t>THANK YOU</a:t>
            </a:r>
          </a:p>
          <a:p>
            <a:pPr defTabSz="457200">
              <a:lnSpc>
                <a:spcPts val="2200"/>
              </a:lnSpc>
            </a:pPr>
            <a:endParaRPr lang="en-US" altLang="zh-CN" sz="3200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200"/>
              </a:lnSpc>
            </a:pPr>
            <a:r>
              <a:rPr lang="zh-CN" altLang="en-US" sz="32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9792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42550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35895"/>
            <a:ext cx="10873183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5" y="1701209"/>
            <a:ext cx="5330251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9" y="1701209"/>
            <a:ext cx="5326724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657648" y="1153391"/>
            <a:ext cx="5329619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6204105" y="1153391"/>
            <a:ext cx="5326724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17662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51" y="521843"/>
            <a:ext cx="10873181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530820CF-B880-4189-942D-D702A7CBA730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125541"/>
            <a:ext cx="10873183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3" b="-1"/>
          <a:stretch/>
        </p:blipFill>
        <p:spPr bwMode="auto">
          <a:xfrm>
            <a:off x="-17211" y="6795153"/>
            <a:ext cx="12271223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929"/>
          <a:stretch/>
        </p:blipFill>
        <p:spPr bwMode="auto">
          <a:xfrm>
            <a:off x="9243526" y="240794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8658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318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46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85973" y="1333486"/>
            <a:ext cx="9360000" cy="2476517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85973" y="3905253"/>
            <a:ext cx="9360000" cy="952507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4267"/>
              </a:lnSpc>
              <a:defRPr sz="3733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2285973" y="4953011"/>
            <a:ext cx="9360000" cy="1440000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2" name="Rectangle 9"/>
          <p:cNvSpPr/>
          <p:nvPr userDrawn="1"/>
        </p:nvSpPr>
        <p:spPr>
          <a:xfrm>
            <a:off x="2285973" y="6454998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pic>
        <p:nvPicPr>
          <p:cNvPr id="13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  <p:sp>
        <p:nvSpPr>
          <p:cNvPr id="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924024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 userDrawn="1"/>
        </p:nvSpPr>
        <p:spPr>
          <a:xfrm>
            <a:off x="2190723" y="4133909"/>
            <a:ext cx="9429816" cy="723851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867"/>
              </a:lnSpc>
            </a:pPr>
            <a:r>
              <a:rPr lang="en-US" sz="12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1067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12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867"/>
              </a:lnSpc>
            </a:pP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12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7" name="Rectangle 7"/>
          <p:cNvSpPr/>
          <p:nvPr userDrawn="1"/>
        </p:nvSpPr>
        <p:spPr>
          <a:xfrm>
            <a:off x="2190724" y="5964965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190723" y="2255104"/>
            <a:ext cx="7220373" cy="22216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933"/>
              </a:lnSpc>
            </a:pPr>
            <a:r>
              <a:rPr lang="en-US" altLang="zh-CN" sz="6400" dirty="0" smtClean="0">
                <a:solidFill>
                  <a:srgbClr val="0046AA"/>
                </a:solidFill>
                <a:cs typeface="Arial" pitchFamily="34" charset="0"/>
              </a:rPr>
              <a:t>THANK YOU</a:t>
            </a:r>
          </a:p>
          <a:p>
            <a:pPr defTabSz="457200">
              <a:lnSpc>
                <a:spcPts val="2933"/>
              </a:lnSpc>
            </a:pPr>
            <a:endParaRPr lang="en-US" altLang="zh-CN" sz="4267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933"/>
              </a:lnSpc>
            </a:pPr>
            <a:r>
              <a:rPr lang="zh-CN" altLang="en-US" sz="4267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018061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pPr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pPr defTabSz="457200"/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9958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2304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4122000"/>
            <a:ext cx="9360000" cy="1080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68910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resentation_Tit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Content Placeholder 2"/>
          <p:cNvSpPr>
            <a:spLocks noGrp="1"/>
          </p:cNvSpPr>
          <p:nvPr>
            <p:ph idx="10"/>
          </p:nvPr>
        </p:nvSpPr>
        <p:spPr>
          <a:xfrm>
            <a:off x="2256000" y="5346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56000" y="1674000"/>
            <a:ext cx="9360000" cy="1080000"/>
          </a:xfrm>
        </p:spPr>
        <p:txBody>
          <a:bodyPr lIns="144000" rIns="144000"/>
          <a:lstStyle>
            <a:lvl1pPr>
              <a:lnSpc>
                <a:spcPts val="2000"/>
              </a:lnSpc>
              <a:defRPr sz="1600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 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56000" y="2898000"/>
            <a:ext cx="9360000" cy="2304000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3200"/>
              </a:lnSpc>
              <a:defRPr sz="2800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0313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184" cy="1080000"/>
          </a:xfrm>
        </p:spPr>
        <p:txBody>
          <a:bodyPr/>
          <a:lstStyle>
            <a:lvl1pPr>
              <a:lnSpc>
                <a:spcPts val="2000"/>
              </a:lnSpc>
              <a:defRPr sz="1600" b="1" i="0" cap="all" spc="-5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3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rgbClr val="0D4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idx="1" hasCustomPrompt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baseline="0"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585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694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_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4320000" y="1674000"/>
            <a:ext cx="729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/>
          <p:cNvSpPr>
            <a:spLocks noGrp="1"/>
          </p:cNvSpPr>
          <p:nvPr>
            <p:ph idx="10"/>
          </p:nvPr>
        </p:nvSpPr>
        <p:spPr>
          <a:xfrm>
            <a:off x="576000" y="1674000"/>
            <a:ext cx="3552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0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299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_Two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0" hasCustomPrompt="1"/>
          </p:nvPr>
        </p:nvSpPr>
        <p:spPr>
          <a:xfrm>
            <a:off x="6191251" y="1674000"/>
            <a:ext cx="5424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595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ent_Thre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76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318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8000" y="1674000"/>
            <a:ext cx="3552000" cy="1080000"/>
          </a:xfrm>
        </p:spPr>
        <p:txBody>
          <a:bodyPr/>
          <a:lstStyle>
            <a:lvl1pPr>
              <a:defRPr sz="1600" b="0" i="0" cap="all" spc="-5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12" hasCustomPrompt="1"/>
          </p:nvPr>
        </p:nvSpPr>
        <p:spPr>
          <a:xfrm>
            <a:off x="8064000" y="2898000"/>
            <a:ext cx="3552000" cy="3528000"/>
          </a:xfrm>
        </p:spPr>
        <p:txBody>
          <a:bodyPr/>
          <a:lstStyle>
            <a:lvl1pPr marL="0" indent="0">
              <a:lnSpc>
                <a:spcPts val="1800"/>
              </a:lnSpc>
              <a:buNone/>
              <a:defRPr sz="1600" b="0" i="0"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 dirty="0" smtClean="0"/>
              <a:t>Click to edit master </a:t>
            </a:r>
            <a:br>
              <a:rPr lang="en-GB" altLang="zh-CN" dirty="0" smtClean="0"/>
            </a:br>
            <a:r>
              <a:rPr lang="en-GB" altLang="zh-CN" dirty="0" smtClean="0"/>
              <a:t>text styles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064000" y="1674000"/>
            <a:ext cx="3552000" cy="1080000"/>
          </a:xfrm>
        </p:spPr>
        <p:txBody>
          <a:bodyPr/>
          <a:lstStyle>
            <a:lvl1pPr>
              <a:defRPr sz="1600" b="0" i="0" cap="all" spc="-5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</a:t>
            </a:r>
            <a:br>
              <a:rPr lang="en-US" altLang="zh-CN" dirty="0" smtClean="0"/>
            </a:br>
            <a:r>
              <a:rPr lang="en-US" altLang="zh-CN" dirty="0" smtClean="0"/>
              <a:t>text styles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2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61863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_Four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8"/>
          </p:nvPr>
        </p:nvSpPr>
        <p:spPr>
          <a:xfrm>
            <a:off x="6191251" y="16740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>
          <a:xfrm>
            <a:off x="574633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20"/>
          </p:nvPr>
        </p:nvSpPr>
        <p:spPr>
          <a:xfrm>
            <a:off x="6196500" y="4114800"/>
            <a:ext cx="5424000" cy="2304000"/>
          </a:xfrm>
        </p:spPr>
        <p:txBody>
          <a:bodyPr/>
          <a:lstStyle>
            <a:lvl1pPr>
              <a:defRPr sz="1600" b="0" i="0" cap="all" spc="-50">
                <a:latin typeface="Arial"/>
                <a:cs typeface="Arial"/>
              </a:defRPr>
            </a:lvl1pPr>
            <a:lvl2pPr>
              <a:defRPr spc="-50">
                <a:latin typeface="Fedra Sans Std Light"/>
                <a:cs typeface="Fedra Sans Std Light"/>
              </a:defRPr>
            </a:lvl2pPr>
            <a:lvl3pPr>
              <a:defRPr spc="-50">
                <a:latin typeface="Fedra Sans Std Light"/>
                <a:cs typeface="Fedra Sans Std Light"/>
              </a:defRPr>
            </a:lvl3pPr>
            <a:lvl4pPr>
              <a:defRPr spc="-50">
                <a:latin typeface="Fedra Sans Std Light"/>
                <a:cs typeface="Fedra Sans Std Light"/>
              </a:defRPr>
            </a:lvl4pPr>
            <a:lvl5pPr>
              <a:lnSpc>
                <a:spcPts val="1600"/>
              </a:lnSpc>
              <a:spcAft>
                <a:spcPts val="400"/>
              </a:spcAft>
              <a:defRPr spc="-50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576000" y="15300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12751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Content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50024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Divider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FFFFFF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D2D2D2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FFFFFF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250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ivider_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48000" y="2898000"/>
            <a:ext cx="9168000" cy="1080000"/>
          </a:xfrm>
        </p:spPr>
        <p:txBody>
          <a:bodyPr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448000" y="4122303"/>
            <a:ext cx="9168000" cy="1080000"/>
          </a:xfrm>
        </p:spPr>
        <p:txBody>
          <a:bodyPr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585858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1200"/>
              </a:lnSpc>
              <a:defRPr sz="750" b="0" i="0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83ECBE59-CCD2-0842-9ACD-CA49A3A5847A}" type="slidenum">
              <a:rPr lang="en-US" smtClean="0">
                <a:solidFill>
                  <a:srgbClr val="5A5A5A"/>
                </a:solidFill>
              </a:rPr>
              <a:pPr/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218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vi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432000" tIns="360000"/>
          <a:lstStyle>
            <a:lvl1pPr>
              <a:defRPr sz="1400" b="0" i="0" kern="1200" cap="all" spc="0" baseline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10" name="矩形 16"/>
          <p:cNvSpPr/>
          <p:nvPr userDrawn="1"/>
        </p:nvSpPr>
        <p:spPr>
          <a:xfrm>
            <a:off x="2256000" y="2754000"/>
            <a:ext cx="9360000" cy="2592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kumimoji="1" lang="zh-CN" altLang="en-US" dirty="0">
              <a:solidFill>
                <a:srgbClr val="0046AA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56000" y="2898000"/>
            <a:ext cx="9360000" cy="1080000"/>
          </a:xfrm>
        </p:spPr>
        <p:txBody>
          <a:bodyPr lIns="144000" tIns="0" rIns="144000" bIns="0"/>
          <a:lstStyle>
            <a:lvl1pPr>
              <a:lnSpc>
                <a:spcPts val="3200"/>
              </a:lnSpc>
              <a:defRPr sz="2800" b="0" i="0" kern="2200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256000" y="4122303"/>
            <a:ext cx="9360000" cy="1080000"/>
          </a:xfrm>
        </p:spPr>
        <p:txBody>
          <a:bodyPr lIns="144000" tIns="0" rIns="144000" bIns="0"/>
          <a:lstStyle>
            <a:lvl1pPr>
              <a:lnSpc>
                <a:spcPts val="2000"/>
              </a:lnSpc>
              <a:defRPr lang="en-US" altLang="zh-CN" sz="1600" b="1" i="0" kern="1200" cap="all" spc="0" smtClean="0">
                <a:solidFill>
                  <a:srgbClr val="D2D2D2"/>
                </a:solidFill>
                <a:latin typeface="Arial"/>
                <a:cs typeface="Arial"/>
              </a:defRPr>
            </a:lvl1pPr>
            <a:lvl2pPr marL="0" indent="0">
              <a:lnSpc>
                <a:spcPts val="2200"/>
              </a:lnSpc>
              <a:buNone/>
              <a:defRPr sz="1400" b="0" i="0" spc="-50">
                <a:solidFill>
                  <a:schemeClr val="bg2"/>
                </a:solidFill>
                <a:latin typeface="Whitney-Light"/>
                <a:cs typeface="Whitney-Light"/>
              </a:defRPr>
            </a:lvl2pPr>
            <a:lvl3pPr marL="288000" indent="0">
              <a:buNone/>
              <a:defRPr b="0" i="0" spc="-50">
                <a:solidFill>
                  <a:schemeClr val="bg2"/>
                </a:solidFill>
                <a:latin typeface="Whitney-Light"/>
                <a:cs typeface="Whitney-Light"/>
              </a:defRPr>
            </a:lvl3pPr>
            <a:lvl4pPr>
              <a:defRPr b="0" i="0" spc="0">
                <a:solidFill>
                  <a:schemeClr val="bg2"/>
                </a:solidFill>
                <a:latin typeface="Whitney-Light"/>
                <a:cs typeface="Whitney-Light"/>
              </a:defRPr>
            </a:lvl4pPr>
            <a:lvl5pPr>
              <a:lnSpc>
                <a:spcPts val="2000"/>
              </a:lnSpc>
              <a:spcAft>
                <a:spcPts val="400"/>
              </a:spcAft>
              <a:defRPr b="0" i="0" spc="0" baseline="0">
                <a:solidFill>
                  <a:schemeClr val="bg2"/>
                </a:solidFill>
                <a:latin typeface="Whitney-Light"/>
                <a:cs typeface="Whitney-Light"/>
              </a:defRPr>
            </a:lvl5pPr>
          </a:lstStyle>
          <a:p>
            <a:pPr lvl="0"/>
            <a:r>
              <a:rPr lang="en-GB" altLang="zh-CN" dirty="0" smtClean="0"/>
              <a:t>Click to edit master text styles</a:t>
            </a:r>
          </a:p>
        </p:txBody>
      </p:sp>
      <p:sp>
        <p:nvSpPr>
          <p:cNvPr id="9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4557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ack_Cover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6"/>
          <p:cNvSpPr/>
          <p:nvPr userDrawn="1"/>
        </p:nvSpPr>
        <p:spPr>
          <a:xfrm>
            <a:off x="2256000" y="4803112"/>
            <a:ext cx="9360000" cy="542888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400"/>
              </a:lnSpc>
            </a:pPr>
            <a:r>
              <a:rPr lang="en-US" sz="9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80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9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400"/>
              </a:lnSpc>
            </a:pP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9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9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9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9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256001" y="6490771"/>
            <a:ext cx="7848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9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9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256000" y="3097344"/>
            <a:ext cx="7220373" cy="16662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r>
              <a:rPr lang="en-US" altLang="zh-CN" sz="4800" dirty="0" smtClean="0">
                <a:solidFill>
                  <a:srgbClr val="0046AA"/>
                </a:solidFill>
              </a:rPr>
              <a:t>THANK YOU</a:t>
            </a:r>
          </a:p>
          <a:p>
            <a:pPr defTabSz="457200">
              <a:lnSpc>
                <a:spcPts val="2200"/>
              </a:lnSpc>
            </a:pPr>
            <a:endParaRPr lang="en-US" altLang="zh-CN" sz="3200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200"/>
              </a:lnSpc>
            </a:pPr>
            <a:r>
              <a:rPr lang="zh-CN" altLang="en-US" sz="32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6000" y="448227"/>
            <a:ext cx="193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14239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54572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47" y="535895"/>
            <a:ext cx="10873183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2A09136-8559-4FEA-9449-3414658FB787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9716-AD28-456C-AD3F-7DBBFCEA509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7"/>
          <p:cNvSpPr>
            <a:spLocks noGrp="1"/>
          </p:cNvSpPr>
          <p:nvPr>
            <p:ph sz="quarter" idx="13"/>
          </p:nvPr>
        </p:nvSpPr>
        <p:spPr>
          <a:xfrm>
            <a:off x="657645" y="1701209"/>
            <a:ext cx="5330251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内容占位符 7"/>
          <p:cNvSpPr>
            <a:spLocks noGrp="1"/>
          </p:cNvSpPr>
          <p:nvPr>
            <p:ph sz="quarter" idx="14"/>
          </p:nvPr>
        </p:nvSpPr>
        <p:spPr>
          <a:xfrm>
            <a:off x="6204109" y="1701209"/>
            <a:ext cx="5326724" cy="42487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657648" y="1153391"/>
            <a:ext cx="5329619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6204105" y="1153391"/>
            <a:ext cx="5326724" cy="458233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53637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651" y="521843"/>
            <a:ext cx="10873181" cy="562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530820CF-B880-4189-942D-D702A7CBA730}" type="datetimeFigureOut">
              <a:rPr lang="zh-CN" altLang="en-US" smtClean="0">
                <a:solidFill>
                  <a:srgbClr val="000000"/>
                </a:solidFill>
              </a:rPr>
              <a:pPr defTabSz="457200"/>
              <a:t>2019/4/21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57646" y="1125541"/>
            <a:ext cx="10873183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3" b="-1"/>
          <a:stretch/>
        </p:blipFill>
        <p:spPr bwMode="auto">
          <a:xfrm>
            <a:off x="-17211" y="6795153"/>
            <a:ext cx="12271223" cy="9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929"/>
          <a:stretch/>
        </p:blipFill>
        <p:spPr bwMode="auto">
          <a:xfrm>
            <a:off x="9243526" y="240794"/>
            <a:ext cx="2374273" cy="28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700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44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576000" y="907700"/>
            <a:ext cx="11040000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GB" altLang="zh-CN" dirty="0" smtClean="0"/>
              <a:t>CLICK TO EDIT MASTER TITLE STYLE</a:t>
            </a:r>
            <a:endParaRPr lang="en-US" dirty="0"/>
          </a:p>
        </p:txBody>
      </p:sp>
      <p:sp>
        <p:nvSpPr>
          <p:cNvPr id="13" name="TextBox 18"/>
          <p:cNvSpPr txBox="1"/>
          <p:nvPr userDrawn="1"/>
        </p:nvSpPr>
        <p:spPr>
          <a:xfrm>
            <a:off x="576000" y="6534000"/>
            <a:ext cx="729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lnSpc>
                <a:spcPts val="1200"/>
              </a:lnSpc>
              <a:defRPr sz="1200" b="1" baseline="30000">
                <a:solidFill>
                  <a:srgbClr val="9A9A9A"/>
                </a:solidFill>
                <a:latin typeface="Fedra Sans Std Demi"/>
              </a:defRPr>
            </a:lvl1pPr>
          </a:lstStyle>
          <a:p>
            <a:pPr defTabSz="457200"/>
            <a:r>
              <a:rPr lang="en-US" sz="750" baseline="0" dirty="0" smtClean="0">
                <a:solidFill>
                  <a:srgbClr val="0046AA"/>
                </a:solidFill>
                <a:latin typeface="Arial"/>
                <a:cs typeface="Arial"/>
              </a:rPr>
              <a:t>OPPLE.COM</a:t>
            </a:r>
            <a:endParaRPr lang="en-US" sz="750" b="0" baseline="0" dirty="0" smtClean="0">
              <a:solidFill>
                <a:srgbClr val="585858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977914" y="6518676"/>
            <a:ext cx="638087" cy="207749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 defTabSz="457200"/>
            <a:fld id="{83ECBE59-CCD2-0842-9ACD-CA49A3A5847A}" type="slidenum">
              <a:rPr lang="en-US" sz="750" smtClean="0">
                <a:solidFill>
                  <a:srgbClr val="5A5A5A"/>
                </a:solidFill>
              </a:rPr>
              <a:pPr algn="r" defTabSz="457200"/>
              <a:t>‹#›</a:t>
            </a:fld>
            <a:endParaRPr lang="en-US" sz="75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389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85973" y="1333486"/>
            <a:ext cx="9360000" cy="2476517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0" i="0" kern="2200" cap="all" spc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dirty="0" smtClean="0"/>
              <a:t>Image area: To place an image, drag and drop selected content directly into the image area box, or by</a:t>
            </a:r>
            <a:r>
              <a:rPr lang="zh-CN" altLang="en-US" dirty="0" smtClean="0"/>
              <a:t> </a:t>
            </a:r>
            <a:r>
              <a:rPr lang="en-US" dirty="0" smtClean="0"/>
              <a:t>accessing</a:t>
            </a:r>
            <a:r>
              <a:rPr lang="zh-CN" altLang="en-US" dirty="0" smtClean="0"/>
              <a:t> </a:t>
            </a:r>
            <a:r>
              <a:rPr lang="en-US" dirty="0" smtClean="0"/>
              <a:t>the insert drop down menu</a:t>
            </a:r>
            <a:endParaRPr lang="en-US" altLang="zh-CN" dirty="0" smtClean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285973" y="3905253"/>
            <a:ext cx="9360000" cy="952507"/>
          </a:xfrm>
          <a:solidFill>
            <a:schemeClr val="accent1"/>
          </a:solidFill>
        </p:spPr>
        <p:txBody>
          <a:bodyPr lIns="144000" tIns="72000" rIns="144000" bIns="72000"/>
          <a:lstStyle>
            <a:lvl1pPr>
              <a:lnSpc>
                <a:spcPts val="4267"/>
              </a:lnSpc>
              <a:defRPr sz="3733" b="0" i="0" kern="1200" cap="all" spc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presentation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title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2285973" y="4953011"/>
            <a:ext cx="9360000" cy="1440000"/>
          </a:xfrm>
        </p:spPr>
        <p:txBody>
          <a:bodyPr lIns="144000" rIns="144000"/>
          <a:lstStyle>
            <a:lvl1pPr>
              <a:lnSpc>
                <a:spcPts val="2667"/>
              </a:lnSpc>
              <a:defRPr sz="2133" b="1" i="0" kern="1200" cap="all" spc="0">
                <a:solidFill>
                  <a:schemeClr val="accent1"/>
                </a:solidFill>
                <a:latin typeface="Arial"/>
                <a:cs typeface="Arial"/>
              </a:defRPr>
            </a:lvl1pPr>
            <a:lvl2pPr>
              <a:defRPr spc="-67">
                <a:latin typeface="Fedra Sans Std Light"/>
                <a:cs typeface="Fedra Sans Std Light"/>
              </a:defRPr>
            </a:lvl2pPr>
            <a:lvl3pPr>
              <a:defRPr spc="-67">
                <a:latin typeface="Fedra Sans Std Light"/>
                <a:cs typeface="Fedra Sans Std Light"/>
              </a:defRPr>
            </a:lvl3pPr>
            <a:lvl4pPr>
              <a:defRPr spc="-67">
                <a:latin typeface="Fedra Sans Std Light"/>
                <a:cs typeface="Fedra Sans Std Light"/>
              </a:defRPr>
            </a:lvl4pPr>
            <a:lvl5pPr>
              <a:lnSpc>
                <a:spcPts val="2133"/>
              </a:lnSpc>
              <a:spcAft>
                <a:spcPts val="533"/>
              </a:spcAft>
              <a:defRPr spc="-67">
                <a:latin typeface="Fedra Sans Std Light"/>
                <a:cs typeface="Fedra Sans Std Light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sp>
        <p:nvSpPr>
          <p:cNvPr id="12" name="Rectangle 9"/>
          <p:cNvSpPr/>
          <p:nvPr userDrawn="1"/>
        </p:nvSpPr>
        <p:spPr>
          <a:xfrm>
            <a:off x="2285973" y="6454998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pic>
        <p:nvPicPr>
          <p:cNvPr id="13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  <p:sp>
        <p:nvSpPr>
          <p:cNvPr id="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278959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 userDrawn="1"/>
        </p:nvSpPr>
        <p:spPr>
          <a:xfrm>
            <a:off x="2190723" y="4133909"/>
            <a:ext cx="9429816" cy="723851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ts val="1867"/>
              </a:lnSpc>
            </a:pPr>
            <a:r>
              <a:rPr lang="en-US" sz="1200" b="1" dirty="0" smtClean="0">
                <a:solidFill>
                  <a:srgbClr val="FFFFFF"/>
                </a:solidFill>
                <a:cs typeface="Whitney-Bold"/>
              </a:rPr>
              <a:t>OPPLE LIGHTING CO., LTD.  </a:t>
            </a:r>
            <a:r>
              <a:rPr lang="zh-TW" altLang="en-US" sz="1067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120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 defTabSz="457200">
              <a:lnSpc>
                <a:spcPts val="1867"/>
              </a:lnSpc>
            </a:pP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T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+</a:t>
            </a:r>
            <a:r>
              <a:rPr lang="nb-NO" sz="1200" dirty="0" smtClean="0">
                <a:solidFill>
                  <a:srgbClr val="FFFFFF"/>
                </a:solidFill>
                <a:cs typeface="Whitney-BookSC"/>
              </a:rPr>
              <a:t>86 21 3855 0000	</a:t>
            </a:r>
            <a:r>
              <a:rPr lang="nb-NO" sz="1200" b="1" dirty="0" smtClean="0">
                <a:solidFill>
                  <a:srgbClr val="FFFFFF"/>
                </a:solidFill>
                <a:cs typeface="Whitney-Bold"/>
              </a:rPr>
              <a:t>E</a:t>
            </a:r>
            <a:r>
              <a:rPr lang="nb-NO" sz="1200" dirty="0" smtClean="0">
                <a:solidFill>
                  <a:srgbClr val="FFFFFF"/>
                </a:solidFill>
                <a:cs typeface="Whitney-Semibold"/>
              </a:rPr>
              <a:t> </a:t>
            </a:r>
            <a:r>
              <a:rPr lang="nb-NO" sz="1200" dirty="0" smtClean="0">
                <a:solidFill>
                  <a:srgbClr val="FFFFFF"/>
                </a:solidFill>
                <a:cs typeface="Whitney-Book"/>
              </a:rPr>
              <a:t>intersales@opple.com</a:t>
            </a:r>
          </a:p>
        </p:txBody>
      </p:sp>
      <p:sp>
        <p:nvSpPr>
          <p:cNvPr id="7" name="Rectangle 7"/>
          <p:cNvSpPr/>
          <p:nvPr userDrawn="1"/>
        </p:nvSpPr>
        <p:spPr>
          <a:xfrm>
            <a:off x="2190724" y="5964965"/>
            <a:ext cx="101726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defTabSz="457200"/>
            <a:r>
              <a:rPr lang="en-US" altLang="zh-CN" sz="1200" b="1" dirty="0" smtClean="0">
                <a:solidFill>
                  <a:srgbClr val="0046AA"/>
                </a:solidFill>
                <a:cs typeface="Whitney-Semibold"/>
              </a:rPr>
              <a:t>OPPLE.COM</a:t>
            </a:r>
            <a:endParaRPr lang="zh-CN" altLang="en-US" sz="1200" b="1" dirty="0" smtClean="0">
              <a:solidFill>
                <a:srgbClr val="0046AA"/>
              </a:solidFill>
              <a:cs typeface="Whitney-Semibold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190723" y="2255104"/>
            <a:ext cx="7220373" cy="22216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933"/>
              </a:lnSpc>
            </a:pPr>
            <a:r>
              <a:rPr lang="en-US" altLang="zh-CN" sz="6400" dirty="0" smtClean="0">
                <a:solidFill>
                  <a:srgbClr val="0046AA"/>
                </a:solidFill>
                <a:cs typeface="Arial" pitchFamily="34" charset="0"/>
              </a:rPr>
              <a:t>THANK YOU</a:t>
            </a:r>
          </a:p>
          <a:p>
            <a:pPr defTabSz="457200">
              <a:lnSpc>
                <a:spcPts val="2933"/>
              </a:lnSpc>
            </a:pPr>
            <a:endParaRPr lang="en-US" altLang="zh-CN" sz="4267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457200">
              <a:lnSpc>
                <a:spcPts val="2933"/>
              </a:lnSpc>
            </a:pPr>
            <a:r>
              <a:rPr lang="zh-CN" altLang="en-US" sz="4267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 sz="1067">
                <a:solidFill>
                  <a:srgbClr val="000000"/>
                </a:solidFill>
              </a:defRPr>
            </a:lvl1pPr>
          </a:lstStyle>
          <a:p>
            <a:fld id="{6899868C-77B0-401F-96A8-1CCAC3F628F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23" y="325386"/>
            <a:ext cx="1619261" cy="7223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649275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pPr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pPr defTabSz="457200"/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023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4"/>
            <a:ext cx="10363200" cy="147002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599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43829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23398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81721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6197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9124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609600" y="2899833"/>
            <a:ext cx="5386917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6193368" y="2046817"/>
            <a:ext cx="5389033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6193368" y="2899833"/>
            <a:ext cx="5389033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76169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21959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3564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4766733" y="364067"/>
            <a:ext cx="6815667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609601" y="1913467"/>
            <a:ext cx="4011084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67690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2389717" y="817033"/>
            <a:ext cx="73152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2389717" y="7156451"/>
            <a:ext cx="73152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705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12671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8839200" y="366185"/>
            <a:ext cx="2743200" cy="780203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09600" y="366185"/>
            <a:ext cx="8026400" cy="780203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>
                <a:solidFill>
                  <a:srgbClr val="0046AA"/>
                </a:solidFill>
              </a:rPr>
              <a:pPr/>
              <a:t>2019/4/21</a:t>
            </a:fld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46AA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46AA"/>
                </a:solidFill>
              </a:rPr>
              <a:pPr/>
              <a:t>‹#›</a:t>
            </a:fld>
            <a:endParaRPr lang="zh-CN" altLang="en-US">
              <a:solidFill>
                <a:srgbClr val="0046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97573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body"/>
          </p:nvPr>
        </p:nvSpPr>
        <p:spPr>
          <a:xfrm>
            <a:off x="2285973" y="1333486"/>
            <a:ext cx="9360000" cy="247651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2667"/>
              </a:lnSpc>
              <a:defRPr/>
            </a:lvl1pPr>
          </a:lstStyle>
          <a:p>
            <a:pPr>
              <a:lnSpc>
                <a:spcPts val="2000"/>
              </a:lnSpc>
            </a:pPr>
            <a:r>
              <a:rPr lang="en-US" altLang="zh-CN" sz="2133" b="0" i="0" kern="2200" cap="all" spc="0" baseline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Image area: To place an image, drag and drop selected content directly into the image area box, or by accessing the insert drop down menu</a:t>
            </a:r>
            <a:endParaRPr lang="zh-CN" altLang="en-US" sz="2133" b="0" i="0" kern="2200" cap="all" spc="0" baseline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body"/>
          </p:nvPr>
        </p:nvSpPr>
        <p:spPr>
          <a:xfrm>
            <a:off x="2285973" y="3905253"/>
            <a:ext cx="9360000" cy="952507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/>
            </a:lvl1pPr>
          </a:lstStyle>
          <a:p>
            <a:pPr>
              <a:lnSpc>
                <a:spcPts val="3200"/>
              </a:lnSpc>
            </a:pPr>
            <a:r>
              <a:rPr lang="en-US" altLang="zh-CN" sz="3733" b="0" i="0" kern="1200" cap="all" spc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presentation title</a:t>
            </a:r>
            <a:endParaRPr lang="zh-CN" altLang="en-US" sz="3733" b="0" i="0" kern="1200" cap="all" spc="0" baseline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body" idx="10"/>
          </p:nvPr>
        </p:nvSpPr>
        <p:spPr>
          <a:xfrm>
            <a:off x="2285973" y="4953011"/>
            <a:ext cx="936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2667"/>
              </a:lnSpc>
              <a:defRPr/>
            </a:lvl1pPr>
          </a:lstStyle>
          <a:p>
            <a:pPr>
              <a:lnSpc>
                <a:spcPts val="2000"/>
              </a:lnSpc>
            </a:pPr>
            <a:r>
              <a:rPr lang="en-US" altLang="zh-CN" sz="2133" b="1" i="0" kern="1200" cap="all" spc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text styles</a:t>
            </a:r>
            <a:endParaRPr lang="zh-CN" altLang="en-US" sz="2133" b="1" i="0" kern="1200" cap="all" spc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图片" descr="E:\work\2014 OPPLE  VI  Brief（中国区）\新建文件夹 (2)\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3446" y="356659"/>
            <a:ext cx="1619261" cy="72234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8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>
            <a:off x="1103446" y="6350554"/>
            <a:ext cx="1013483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12192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10002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2133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2133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2133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867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867">
                <a:solidFill>
                  <a:srgbClr val="002060"/>
                </a:solidFill>
              </a:rPr>
              <a:t>Fifth Level Content</a:t>
            </a:r>
            <a:endParaRPr lang="zh-CN" altLang="en-US" sz="1867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>
            <a:off x="9744406" y="98218"/>
            <a:ext cx="2030364" cy="28732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12192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LED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天棚灯</a:t>
            </a:r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- 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鹏晖</a:t>
            </a:r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Ⅱ-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上市介绍</a:t>
            </a:r>
            <a:endParaRPr lang="zh-CN" altLang="en-US" sz="1067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83128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0"/>
          </p:nvPr>
        </p:nvSpPr>
        <p:spPr>
          <a:xfrm>
            <a:off x="575999" y="2232001"/>
            <a:ext cx="3552183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lnSpc>
                <a:spcPts val="2667"/>
              </a:lnSpc>
              <a:defRPr/>
            </a:lvl1pPr>
          </a:lstStyle>
          <a:p>
            <a:pPr>
              <a:lnSpc>
                <a:spcPts val="2000"/>
              </a:lnSpc>
            </a:pPr>
            <a:r>
              <a:rPr lang="en-US" altLang="zh-CN" sz="2133" b="1" i="0" cap="all" spc="-67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text styles</a:t>
            </a:r>
            <a:endParaRPr lang="zh-CN" altLang="en-US" sz="2133" b="1" i="0" cap="all" spc="-67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>
            <a:off x="575999" y="600001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spcAft>
                <a:spcPts val="0"/>
              </a:spcAft>
              <a:defRPr/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32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32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>
            <a:off x="4320000" y="2232000"/>
            <a:ext cx="7296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baseline="0">
                <a:latin typeface="Arial" pitchFamily="34" charset="0"/>
                <a:cs typeface="Arial" pitchFamily="34" charset="0"/>
              </a:rPr>
              <a:t>Header and First Level Content</a:t>
            </a:r>
          </a:p>
          <a:p>
            <a:pPr lvl="1"/>
            <a:r>
              <a:rPr lang="en-US" altLang="zh-CN">
                <a:latin typeface="Arial" pitchFamily="34" charset="0"/>
                <a:cs typeface="Arial" pitchFamily="34" charset="0"/>
              </a:rPr>
              <a:t>Second Level Content</a:t>
            </a:r>
          </a:p>
          <a:p>
            <a:pPr lvl="2"/>
            <a:r>
              <a:rPr lang="en-US" altLang="zh-CN">
                <a:latin typeface="Arial" pitchFamily="34" charset="0"/>
                <a:cs typeface="Arial" pitchFamily="34" charset="0"/>
              </a:rPr>
              <a:t>Third Level Content</a:t>
            </a:r>
          </a:p>
          <a:p>
            <a:pPr lvl="3"/>
            <a:r>
              <a:rPr lang="en-US" altLang="zh-CN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Fourth Level Content</a:t>
            </a:r>
          </a:p>
          <a:p>
            <a:pPr lvl="4"/>
            <a:r>
              <a:rPr lang="en-US" altLang="zh-CN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Fifth Level Content</a:t>
            </a:r>
            <a:endParaRPr lang="zh-CN" altLang="en-US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>
            <a:off x="9744406" y="98218"/>
            <a:ext cx="2030364" cy="28732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12192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LED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天棚灯</a:t>
            </a:r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- 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鹏晖</a:t>
            </a:r>
            <a:r>
              <a:rPr lang="en-US" altLang="zh-CN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Ⅱ-</a:t>
            </a:r>
            <a:r>
              <a:rPr lang="zh-CN" altLang="en-US" sz="1067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上市介绍</a:t>
            </a:r>
            <a:endParaRPr lang="zh-CN" altLang="en-US" sz="1067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Calibri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>
            <a:off x="575999" y="6350554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0046AA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0046AA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  <p:sp>
        <p:nvSpPr>
          <p:cNvPr id="42" name="直线"/>
          <p:cNvSpPr>
            <a:spLocks/>
          </p:cNvSpPr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63292905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"/>
          <p:cNvSpPr>
            <a:spLocks/>
          </p:cNvSpPr>
          <p:nvPr/>
        </p:nvSpPr>
        <p:spPr>
          <a:xfrm>
            <a:off x="1178685" y="4133909"/>
            <a:ext cx="10403715" cy="723849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round/>
          </a:ln>
        </p:spPr>
        <p:txBody>
          <a:bodyPr vert="horz" wrap="square" lIns="192000" tIns="96000" rIns="192000" bIns="96000" anchor="t" anchorCtr="0">
            <a:prstTxWarp prst="textNoShape">
              <a:avLst/>
            </a:prstTxWarp>
          </a:bodyPr>
          <a:lstStyle/>
          <a:p>
            <a:pPr>
              <a:lnSpc>
                <a:spcPts val="1867"/>
              </a:lnSpc>
            </a:pPr>
            <a:r>
              <a:rPr lang="en-US" altLang="zh-CN" sz="1200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OPPLE LIGHTING CO., LTD.  </a:t>
            </a:r>
            <a:r>
              <a:rPr lang="zh-CN" altLang="en-US" sz="1067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Lantinghei SC Heavy" charset="0"/>
              </a:rPr>
              <a:t>欧普照明股份有限公司</a:t>
            </a:r>
            <a:endParaRPr lang="en-US" altLang="zh-CN" sz="120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Whitney-Book" charset="0"/>
            </a:endParaRPr>
          </a:p>
          <a:p>
            <a:pPr>
              <a:lnSpc>
                <a:spcPts val="1867"/>
              </a:lnSpc>
            </a:pPr>
            <a:r>
              <a:rPr lang="en-US" altLang="zh-CN" sz="1200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T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Semibold" charset="0"/>
              </a:rPr>
              <a:t> 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" charset="0"/>
              </a:rPr>
              <a:t>+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SC" charset="0"/>
              </a:rPr>
              <a:t>86 21 3855 0000	</a:t>
            </a:r>
            <a:r>
              <a:rPr lang="en-US" altLang="zh-CN" sz="1200" b="1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E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Semibold" charset="0"/>
              </a:rPr>
              <a:t> </a:t>
            </a:r>
            <a:r>
              <a:rPr lang="en-US" altLang="zh-CN" sz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" charset="0"/>
              </a:rPr>
              <a:t>intersales@opple.com</a:t>
            </a:r>
            <a:endParaRPr lang="zh-CN" altLang="en-US" sz="120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Whitney-Book" charset="0"/>
            </a:endParaRPr>
          </a:p>
        </p:txBody>
      </p:sp>
      <p:sp>
        <p:nvSpPr>
          <p:cNvPr id="123" name="矩形"/>
          <p:cNvSpPr>
            <a:spLocks/>
          </p:cNvSpPr>
          <p:nvPr/>
        </p:nvSpPr>
        <p:spPr>
          <a:xfrm>
            <a:off x="1199456" y="2668506"/>
            <a:ext cx="7220373" cy="222165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2933"/>
              </a:lnSpc>
            </a:pPr>
            <a:r>
              <a:rPr lang="en-US" altLang="zh-CN" sz="6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THANK YOU</a:t>
            </a:r>
            <a:endParaRPr lang="en-US" altLang="zh-CN" sz="640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>
              <a:lnSpc>
                <a:spcPts val="2933"/>
              </a:lnSpc>
            </a:pPr>
            <a:endParaRPr lang="en-US" altLang="zh-CN" sz="4267">
              <a:solidFill>
                <a:srgbClr val="FFFFFF"/>
              </a:solidFill>
              <a:latin typeface="方正兰亭准黑简体" charset="-122"/>
              <a:ea typeface="方正兰亭准黑简体" charset="-122"/>
              <a:cs typeface="Calibri" charset="0"/>
            </a:endParaRPr>
          </a:p>
          <a:p>
            <a:pPr>
              <a:lnSpc>
                <a:spcPts val="2933"/>
              </a:lnSpc>
            </a:pPr>
            <a:r>
              <a:rPr lang="zh-CN" altLang="en-US" sz="4267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感谢您的关注</a:t>
            </a:r>
          </a:p>
        </p:txBody>
      </p:sp>
      <p:pic>
        <p:nvPicPr>
          <p:cNvPr id="124" name="图片" descr="LOGO-0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2181" y="136313"/>
            <a:ext cx="1962572" cy="113114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5" name="矩形"/>
          <p:cNvSpPr>
            <a:spLocks/>
          </p:cNvSpPr>
          <p:nvPr/>
        </p:nvSpPr>
        <p:spPr>
          <a:xfrm>
            <a:off x="1103446" y="6239123"/>
            <a:ext cx="890372" cy="30777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prstTxWarp prst="textNoShape">
              <a:avLst/>
            </a:prstTxWarp>
            <a:spAutoFit/>
          </a:bodyPr>
          <a:lstStyle/>
          <a:p>
            <a:r>
              <a:rPr lang="en-US" altLang="zh-CN" sz="1200" b="1">
                <a:solidFill>
                  <a:srgbClr val="FFFFFF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1200" b="1">
              <a:solidFill>
                <a:srgbClr val="FFFFFF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  <p:sp>
        <p:nvSpPr>
          <p:cNvPr id="1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67">
                <a:solidFill>
                  <a:srgbClr val="000000"/>
                </a:solidFill>
                <a:latin typeface="Calibri" charset="0"/>
                <a:cs typeface="Calibri" charset="0"/>
              </a:rPr>
              <a:pPr algn="r"/>
              <a:t>‹#›</a:t>
            </a:fld>
            <a:endParaRPr lang="zh-CN" altLang="en-US" sz="1067">
              <a:solidFill>
                <a:srgbClr val="000000"/>
              </a:solidFill>
              <a:latin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1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88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Relationship Id="rId22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18" Type="http://schemas.openxmlformats.org/officeDocument/2006/relationships/slideLayout" Target="../slideLayouts/slideLayout127.xml"/><Relationship Id="rId3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1.xml"/><Relationship Id="rId16" Type="http://schemas.openxmlformats.org/officeDocument/2006/relationships/slideLayout" Target="../slideLayouts/slideLayout125.xml"/><Relationship Id="rId2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19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Relationship Id="rId22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32.xml"/><Relationship Id="rId16" Type="http://schemas.openxmlformats.org/officeDocument/2006/relationships/theme" Target="../theme/theme9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F3FC-8304-4A0D-B312-8757ABE051A4}" type="datetimeFigureOut">
              <a:rPr lang="zh-CN" altLang="en-US" smtClean="0"/>
              <a:t>2019/4/21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40AD2-FD77-4C76-855D-8C9B83B66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382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5" r:id="rId5"/>
    <p:sldLayoutId id="2147483664" r:id="rId6"/>
    <p:sldLayoutId id="2147483693" r:id="rId7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57646" y="549276"/>
            <a:ext cx="10873182" cy="562075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7646" y="1196752"/>
            <a:ext cx="10873184" cy="4824536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18986"/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 defTabSz="1018986"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18986"/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3" y="6356352"/>
            <a:ext cx="28448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18986"/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 defTabSz="1018986"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45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iming>
    <p:tnLst>
      <p:par>
        <p:cTn id="1" dur="indefinite" restart="never" nodeType="tmRoot"/>
      </p:par>
    </p:tnLst>
  </p:timing>
  <p:txStyles>
    <p:titleStyle>
      <a:lvl1pPr algn="l" defTabSz="914114" rtl="0" eaLnBrk="1" latinLnBrk="0" hangingPunct="1">
        <a:spcBef>
          <a:spcPct val="0"/>
        </a:spcBef>
        <a:buNone/>
        <a:defRPr sz="2400" b="0" kern="1200">
          <a:solidFill>
            <a:srgbClr val="0046AA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793" indent="-342793" algn="l" defTabSz="91411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8" indent="-285661" algn="l" defTabSz="914114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43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01" indent="-228529" algn="l" defTabSz="914114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59" indent="-228529" algn="l" defTabSz="914114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17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74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31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89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8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14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73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30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88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44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02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61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57646" y="549276"/>
            <a:ext cx="10873182" cy="562075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7646" y="1196752"/>
            <a:ext cx="10873184" cy="4824536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18986"/>
            <a:fld id="{530820CF-B880-4189-942D-D702A7CBA730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 defTabSz="1018986"/>
              <a:t>2019/4/21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18986"/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3" y="6356352"/>
            <a:ext cx="28448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18986"/>
            <a:fld id="{0C913308-F349-4B6D-A68A-DD1791B4A57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 defTabSz="1018986"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52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iming>
    <p:tnLst>
      <p:par>
        <p:cTn id="1" dur="indefinite" restart="never" nodeType="tmRoot"/>
      </p:par>
    </p:tnLst>
  </p:timing>
  <p:txStyles>
    <p:titleStyle>
      <a:lvl1pPr algn="l" defTabSz="914114" rtl="0" eaLnBrk="1" latinLnBrk="0" hangingPunct="1">
        <a:spcBef>
          <a:spcPct val="0"/>
        </a:spcBef>
        <a:buNone/>
        <a:defRPr sz="2400" b="0" kern="1200">
          <a:solidFill>
            <a:srgbClr val="0046AA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793" indent="-342793" algn="l" defTabSz="91411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8" indent="-285661" algn="l" defTabSz="914114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43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01" indent="-228529" algn="l" defTabSz="914114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59" indent="-228529" algn="l" defTabSz="914114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17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74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31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89" indent="-228529" algn="l" defTabSz="9141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8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14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73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30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88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44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02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61" algn="l" defTabSz="91411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 baseline="0">
                <a:solidFill>
                  <a:srgbClr val="9A9A9A"/>
                </a:solidFill>
                <a:latin typeface="Fedra Sans Std Light"/>
              </a:defRPr>
            </a:lvl1pPr>
          </a:lstStyle>
          <a:p>
            <a:pPr defTabSz="457200"/>
            <a:fld id="{83ECBE59-CCD2-0842-9ACD-CA49A3A5847A}" type="slidenum">
              <a:rPr lang="en-US" smtClean="0"/>
              <a:pPr defTabSz="45720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895600" y="4413250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endParaRPr lang="en-US" sz="1600" dirty="0" err="1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21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ts val="2800"/>
        </a:lnSpc>
        <a:spcBef>
          <a:spcPct val="0"/>
        </a:spcBef>
        <a:buNone/>
        <a:defRPr sz="2400" kern="1000" spc="-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Tx/>
        <a:buNone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1pPr>
      <a:lvl2pPr marL="0" indent="-180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2pPr>
      <a:lvl3pPr marL="504000" indent="-216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3pPr>
      <a:lvl4pPr marL="756000" indent="-216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–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4pPr>
      <a:lvl5pPr marL="1080000" indent="-180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»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fld id="{CAD2D6BD-DE1B-4B5F-8B41-2702339687B9}" type="datetime1">
              <a:rPr lang="zh-CN" altLang="en-US" sz="1600">
                <a:solidFill>
                  <a:srgbClr val="8993C4"/>
                </a:solidFill>
                <a:latin typeface="Calibri" charset="0"/>
                <a:ea typeface="宋体" charset="0"/>
                <a:cs typeface="Calibri" charset="0"/>
              </a:rPr>
              <a:pPr/>
              <a:t>2019/4/21</a:t>
            </a:fld>
            <a:endParaRPr lang="zh-CN" altLang="en-US" sz="1600">
              <a:solidFill>
                <a:srgbClr val="8993C4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600">
                <a:solidFill>
                  <a:srgbClr val="0046AA"/>
                </a:solidFill>
                <a:latin typeface="Calibri" charset="0"/>
                <a:ea typeface="宋体" charset="0"/>
                <a:cs typeface="Calibri" charset="0"/>
              </a:rPr>
              <a:t>OPPLE.COM</a:t>
            </a:r>
            <a:endParaRPr lang="zh-CN" altLang="en-US" sz="1600">
              <a:solidFill>
                <a:srgbClr val="0046AA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600">
                <a:solidFill>
                  <a:srgbClr val="8993C4"/>
                </a:solidFill>
                <a:latin typeface="Calibri" charset="0"/>
                <a:ea typeface="宋体" charset="0"/>
                <a:cs typeface="Calibri" charset="0"/>
              </a:rPr>
              <a:pPr algn="r"/>
              <a:t>‹#›</a:t>
            </a:fld>
            <a:endParaRPr lang="zh-CN" altLang="en-US" sz="1600">
              <a:solidFill>
                <a:srgbClr val="8993C4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53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</p:sldLayoutIdLst>
  <p:hf sldNum="0" hdr="0" ftr="0" dt="0"/>
  <p:txStyles>
    <p:titleStyle>
      <a:lvl1pPr algn="ctr" defTabSz="1219170" eaLnBrk="1" fontAlgn="auto" latinLnBrk="0" hangingPunct="1">
        <a:spcBef>
          <a:spcPts val="0"/>
        </a:spcBef>
        <a:buNone/>
        <a:defRPr sz="58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457189" indent="-457189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990575" indent="-380990" algn="l" defTabSz="1219170" eaLnBrk="1" fontAlgn="auto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523962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2133547" indent="-304792" algn="l" defTabSz="1219170" eaLnBrk="1" fontAlgn="auto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743131" indent="-304792" algn="l" defTabSz="1219170" eaLnBrk="1" fontAlgn="auto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3352716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3962301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4571886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4571886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 baseline="0">
                <a:solidFill>
                  <a:srgbClr val="9A9A9A"/>
                </a:solidFill>
                <a:latin typeface="Fedra Sans Std Light"/>
              </a:defRPr>
            </a:lvl1pPr>
          </a:lstStyle>
          <a:p>
            <a:pPr defTabSz="457200"/>
            <a:fld id="{83ECBE59-CCD2-0842-9ACD-CA49A3A5847A}" type="slidenum">
              <a:rPr lang="en-US" smtClean="0"/>
              <a:pPr defTabSz="45720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895600" y="4413250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endParaRPr lang="en-US" sz="1600" dirty="0" err="1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899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ts val="2800"/>
        </a:lnSpc>
        <a:spcBef>
          <a:spcPct val="0"/>
        </a:spcBef>
        <a:buNone/>
        <a:defRPr sz="2400" kern="1000" spc="-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Tx/>
        <a:buNone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1pPr>
      <a:lvl2pPr marL="0" indent="-180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2pPr>
      <a:lvl3pPr marL="504000" indent="-216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3pPr>
      <a:lvl4pPr marL="756000" indent="-216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–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4pPr>
      <a:lvl5pPr marL="1080000" indent="-180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»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 baseline="0">
                <a:solidFill>
                  <a:srgbClr val="9A9A9A"/>
                </a:solidFill>
                <a:latin typeface="Fedra Sans Std Light"/>
              </a:defRPr>
            </a:lvl1pPr>
          </a:lstStyle>
          <a:p>
            <a:pPr defTabSz="457200"/>
            <a:fld id="{83ECBE59-CCD2-0842-9ACD-CA49A3A5847A}" type="slidenum">
              <a:rPr lang="en-US" smtClean="0"/>
              <a:pPr defTabSz="45720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895600" y="4413250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endParaRPr lang="en-US" sz="1600" dirty="0" err="1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09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ts val="2800"/>
        </a:lnSpc>
        <a:spcBef>
          <a:spcPct val="0"/>
        </a:spcBef>
        <a:buNone/>
        <a:defRPr sz="2400" kern="1000" spc="-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Tx/>
        <a:buNone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1pPr>
      <a:lvl2pPr marL="0" indent="-180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2pPr>
      <a:lvl3pPr marL="504000" indent="-216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3pPr>
      <a:lvl4pPr marL="756000" indent="-216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–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4pPr>
      <a:lvl5pPr marL="1080000" indent="-180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»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450000"/>
            <a:ext cx="11040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74000"/>
            <a:ext cx="1104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CN" dirty="0" smtClean="0"/>
              <a:t>Header and First Level Content</a:t>
            </a:r>
            <a:endParaRPr lang="zh-CN" altLang="en-US" dirty="0" smtClean="0"/>
          </a:p>
          <a:p>
            <a:pPr lvl="1"/>
            <a:r>
              <a:rPr lang="en-GB" altLang="zh-CN" dirty="0" smtClean="0"/>
              <a:t>Second Level Content</a:t>
            </a:r>
            <a:endParaRPr lang="zh-CN" altLang="en-US" dirty="0" smtClean="0"/>
          </a:p>
          <a:p>
            <a:pPr lvl="2"/>
            <a:r>
              <a:rPr lang="en-GB" altLang="zh-CN" dirty="0" smtClean="0"/>
              <a:t>Third Level Content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 Content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 Content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6000" y="6534000"/>
            <a:ext cx="168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 baseline="0">
                <a:solidFill>
                  <a:srgbClr val="9A9A9A"/>
                </a:solidFill>
                <a:latin typeface="Fedra Sans Std Light"/>
              </a:defRPr>
            </a:lvl1pPr>
          </a:lstStyle>
          <a:p>
            <a:pPr defTabSz="457200"/>
            <a:fld id="{83ECBE59-CCD2-0842-9ACD-CA49A3A5847A}" type="slidenum">
              <a:rPr lang="en-US" smtClean="0"/>
              <a:pPr defTabSz="45720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71235" y="477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895600" y="4413250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ts val="2200"/>
              </a:lnSpc>
            </a:pPr>
            <a:endParaRPr lang="en-US" sz="1600" dirty="0" err="1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92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  <p:sldLayoutId id="2147483798" r:id="rId20"/>
    <p:sldLayoutId id="2147483799" r:id="rId21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ts val="2800"/>
        </a:lnSpc>
        <a:spcBef>
          <a:spcPct val="0"/>
        </a:spcBef>
        <a:buNone/>
        <a:defRPr sz="2400" kern="1000" spc="-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Tx/>
        <a:buNone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1pPr>
      <a:lvl2pPr marL="0" indent="-180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2pPr>
      <a:lvl3pPr marL="504000" indent="-216000" algn="l" defTabSz="457200" rtl="0" eaLnBrk="1" latinLnBrk="0" hangingPunct="1">
        <a:lnSpc>
          <a:spcPts val="2000"/>
        </a:lnSpc>
        <a:spcBef>
          <a:spcPts val="0"/>
        </a:spcBef>
        <a:spcAft>
          <a:spcPts val="400"/>
        </a:spcAft>
        <a:buFont typeface="Wingdings" charset="2"/>
        <a:buChar char="§"/>
        <a:defRPr sz="1600" b="0" i="0" kern="1200" spc="0" baseline="0">
          <a:solidFill>
            <a:schemeClr val="tx1"/>
          </a:solidFill>
          <a:latin typeface="Arial"/>
          <a:ea typeface="+mn-ea"/>
          <a:cs typeface="Arial"/>
        </a:defRPr>
      </a:lvl3pPr>
      <a:lvl4pPr marL="756000" indent="-216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–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4pPr>
      <a:lvl5pPr marL="1080000" indent="-180000" algn="l" defTabSz="457200" rtl="0" eaLnBrk="1" latinLnBrk="0" hangingPunct="1">
        <a:lnSpc>
          <a:spcPts val="1800"/>
        </a:lnSpc>
        <a:spcBef>
          <a:spcPts val="0"/>
        </a:spcBef>
        <a:spcAft>
          <a:spcPts val="200"/>
        </a:spcAft>
        <a:buFont typeface="Arial"/>
        <a:buChar char="»"/>
        <a:defRPr sz="1400" b="0" i="0" kern="1200" spc="0" baseline="0">
          <a:solidFill>
            <a:schemeClr val="tx2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fld id="{CAD2D6BD-DE1B-4B5F-8B41-2702339687B9}" type="datetime1">
              <a:rPr lang="zh-CN" altLang="en-US" sz="1600">
                <a:solidFill>
                  <a:srgbClr val="8993C4"/>
                </a:solidFill>
                <a:latin typeface="Calibri" charset="0"/>
                <a:ea typeface="宋体" charset="0"/>
                <a:cs typeface="Calibri" charset="0"/>
              </a:rPr>
              <a:pPr/>
              <a:t>2019/4/21</a:t>
            </a:fld>
            <a:endParaRPr lang="zh-CN" altLang="en-US" sz="1600">
              <a:solidFill>
                <a:srgbClr val="8993C4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600">
                <a:solidFill>
                  <a:srgbClr val="0046AA"/>
                </a:solidFill>
                <a:latin typeface="Calibri" charset="0"/>
                <a:ea typeface="宋体" charset="0"/>
                <a:cs typeface="Calibri" charset="0"/>
              </a:rPr>
              <a:t>OPPLE.COM</a:t>
            </a:r>
            <a:endParaRPr lang="zh-CN" altLang="en-US" sz="1600">
              <a:solidFill>
                <a:srgbClr val="0046AA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600">
                <a:solidFill>
                  <a:srgbClr val="8993C4"/>
                </a:solidFill>
                <a:latin typeface="Calibri" charset="0"/>
                <a:ea typeface="宋体" charset="0"/>
                <a:cs typeface="Calibri" charset="0"/>
              </a:rPr>
              <a:pPr algn="r"/>
              <a:t>‹#›</a:t>
            </a:fld>
            <a:endParaRPr lang="zh-CN" altLang="en-US" sz="1600">
              <a:solidFill>
                <a:srgbClr val="8993C4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08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</p:sldLayoutIdLst>
  <p:hf sldNum="0" hdr="0" ftr="0" dt="0"/>
  <p:txStyles>
    <p:titleStyle>
      <a:lvl1pPr algn="ctr" defTabSz="1219170" eaLnBrk="1" fontAlgn="auto" latinLnBrk="0" hangingPunct="1">
        <a:spcBef>
          <a:spcPts val="0"/>
        </a:spcBef>
        <a:buNone/>
        <a:defRPr sz="58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457189" indent="-457189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990575" indent="-380990" algn="l" defTabSz="1219170" eaLnBrk="1" fontAlgn="auto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523962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2133547" indent="-304792" algn="l" defTabSz="1219170" eaLnBrk="1" fontAlgn="auto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743131" indent="-304792" algn="l" defTabSz="1219170" eaLnBrk="1" fontAlgn="auto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3352716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3962301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4571886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4571886" indent="-304792" algn="l" defTabSz="1219170" eaLnBrk="1" fontAlgn="auto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2.xml"/><Relationship Id="rId7" Type="http://schemas.openxmlformats.org/officeDocument/2006/relationships/image" Target="../media/image10.jpeg"/><Relationship Id="rId2" Type="http://schemas.openxmlformats.org/officeDocument/2006/relationships/tags" Target="../tags/tag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://www.flickr.com/photos/nintendo85/3261129051/" TargetMode="Externa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>
            <a:off x="1103446" y="5253202"/>
            <a:ext cx="9985108" cy="706108"/>
          </a:xfrm>
          <a:prstGeom prst="rect">
            <a:avLst/>
          </a:prstGeom>
          <a:solidFill>
            <a:srgbClr val="0046AA"/>
          </a:solidFill>
          <a:ln w="9525" cap="flat" cmpd="sng">
            <a:noFill/>
            <a:prstDash val="solid"/>
            <a:miter/>
          </a:ln>
        </p:spPr>
        <p:txBody>
          <a:bodyPr vert="horz" wrap="square" lIns="192000" tIns="96000" rIns="192000" bIns="96000" anchor="t" anchorCtr="0">
            <a:prstTxWarp prst="textNoShape">
              <a:avLst/>
            </a:prstTxWarp>
          </a:bodyPr>
          <a:lstStyle/>
          <a:p>
            <a:pPr defTabSz="609585">
              <a:lnSpc>
                <a:spcPts val="4267"/>
              </a:lnSpc>
              <a:spcAft>
                <a:spcPts val="533"/>
              </a:spcAft>
            </a:pPr>
            <a:r>
              <a:rPr lang="en-US" altLang="zh-CN" sz="3200" b="1" cap="all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T5.LED</a:t>
            </a:r>
            <a:r>
              <a:rPr lang="zh-CN" altLang="en-US" sz="3200" b="1" cap="all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支架</a:t>
            </a:r>
            <a:r>
              <a:rPr lang="en-US" altLang="zh-CN" sz="3200" b="1" cap="all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- </a:t>
            </a:r>
            <a:r>
              <a:rPr lang="zh-CN" altLang="en-US" sz="3200" b="1" cap="all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众系列</a:t>
            </a:r>
            <a:r>
              <a:rPr lang="en-US" altLang="zh-CN" sz="3200" b="1" cap="all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-</a:t>
            </a:r>
            <a:r>
              <a:rPr lang="zh-CN" altLang="en-US" sz="3200" b="1" cap="all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上市介绍</a:t>
            </a:r>
            <a:endParaRPr lang="zh-CN" altLang="en-US" sz="2133" cap="all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>
            <a:off x="9434842" y="5187517"/>
            <a:ext cx="1653711" cy="83747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920" tIns="60960" rIns="121920" bIns="60960" anchor="ctr" anchorCtr="0">
            <a:prstTxWarp prst="textNoShape">
              <a:avLst/>
            </a:prstTxWarp>
          </a:bodyPr>
          <a:lstStyle/>
          <a:p>
            <a:pPr algn="r"/>
            <a:r>
              <a:rPr lang="zh-CN" altLang="en-US" sz="1067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商用事业部 ·产品部</a:t>
            </a:r>
            <a:endParaRPr lang="en-US" altLang="zh-CN" sz="1067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algn="r"/>
            <a:r>
              <a:rPr lang="en-US" altLang="zh-CN" sz="1067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2019</a:t>
            </a:r>
            <a:r>
              <a:rPr lang="zh-CN" altLang="en-US" sz="1067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年</a:t>
            </a:r>
            <a:r>
              <a:rPr lang="en-US" altLang="zh-CN" sz="1067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4</a:t>
            </a:r>
            <a:r>
              <a:rPr lang="zh-CN" altLang="en-US" sz="1067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月</a:t>
            </a:r>
            <a:endParaRPr lang="zh-CN" altLang="en-US" sz="1067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46" y="1429557"/>
            <a:ext cx="4905717" cy="3785008"/>
          </a:xfrm>
          <a:prstGeom prst="rect">
            <a:avLst/>
          </a:prstGeom>
        </p:spPr>
      </p:pic>
      <p:pic>
        <p:nvPicPr>
          <p:cNvPr id="7" name="Picture 4" descr="7-Eleven interior by Nintendo85">
            <a:hlinkClick r:id="rId6" tooltip="7-Eleven interior by Nintendo85"/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108" y="1429556"/>
            <a:ext cx="5068445" cy="378422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639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576000" y="600001"/>
            <a:ext cx="11047073" cy="62075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rtlCol="0" anchor="t" anchorCtr="0">
            <a:prstTxWarp prst="textNoShape">
              <a:avLst/>
            </a:prstTxWarp>
            <a:no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</a:t>
            </a: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定位</a:t>
            </a:r>
            <a:r>
              <a:rPr lang="zh-CN" altLang="en-US" sz="3200" b="1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：</a:t>
            </a:r>
            <a:r>
              <a:rPr lang="zh-CN" altLang="en-US" sz="2667" b="1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明亮舒适，无影连接，</a:t>
            </a:r>
            <a:r>
              <a:rPr lang="zh-CN" altLang="en-US" sz="2667" b="1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极致性价比产品</a:t>
            </a:r>
            <a:endParaRPr lang="zh-CN" altLang="en-US" sz="2667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16139" y="4365226"/>
            <a:ext cx="46898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产品定位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提升产品竞争力，提高视觉舒适度，特推出众系列</a:t>
            </a: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T5LED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支架。产品低</a:t>
            </a: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无频闪，定位为极致性价比产品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" y="1875583"/>
            <a:ext cx="3798641" cy="2136736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5602091" y="1452578"/>
            <a:ext cx="6021405" cy="4971195"/>
            <a:chOff x="2641321" y="1131550"/>
            <a:chExt cx="4516054" cy="3728397"/>
          </a:xfrm>
        </p:grpSpPr>
        <p:cxnSp>
          <p:nvCxnSpPr>
            <p:cNvPr id="18" name="直接箭头连接符 17"/>
            <p:cNvCxnSpPr/>
            <p:nvPr/>
          </p:nvCxnSpPr>
          <p:spPr>
            <a:xfrm>
              <a:off x="3059790" y="4444010"/>
              <a:ext cx="40975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V="1">
              <a:off x="3059790" y="1131550"/>
              <a:ext cx="0" cy="33124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V="1">
              <a:off x="3059790" y="3419053"/>
              <a:ext cx="4097585" cy="16817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059790" y="2283710"/>
              <a:ext cx="4097585" cy="18901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2641321" y="3579890"/>
              <a:ext cx="384673" cy="86412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133" dirty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基础型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658219" y="2554933"/>
              <a:ext cx="384673" cy="86412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133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项目型</a:t>
              </a:r>
              <a:endParaRPr lang="zh-CN" altLang="en-US" sz="2133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675116" y="1383609"/>
              <a:ext cx="384673" cy="86412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133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智控型</a:t>
              </a:r>
              <a:endParaRPr lang="zh-CN" altLang="en-US" sz="2133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544011" y="4544524"/>
              <a:ext cx="135261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33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 LED T5</a:t>
              </a:r>
              <a:r>
                <a:rPr lang="zh-CN" altLang="en-US" sz="2133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支架</a:t>
              </a:r>
              <a:endParaRPr lang="zh-CN" altLang="en-US" sz="2133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977172" y="2897657"/>
              <a:ext cx="9179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明易</a:t>
              </a:r>
              <a:r>
                <a:rPr lang="en-US" altLang="zh-CN" sz="1400" b="1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III</a:t>
              </a:r>
            </a:p>
            <a:p>
              <a:r>
                <a:rPr lang="zh-CN" altLang="en-US" sz="1200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明易</a:t>
              </a:r>
              <a:r>
                <a:rPr lang="en-US" altLang="zh-CN" sz="1200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II</a:t>
              </a:r>
              <a:r>
                <a:rPr lang="zh-CN" altLang="en-US" sz="1200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基础上升级为透明端盖</a:t>
              </a:r>
              <a:endParaRPr lang="zh-CN" altLang="en-US" sz="1200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3626728" y="3669991"/>
              <a:ext cx="1664739" cy="686185"/>
            </a:xfrm>
            <a:prstGeom prst="roundRect">
              <a:avLst/>
            </a:prstGeom>
            <a:ln>
              <a:solidFill>
                <a:srgbClr val="FF0000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2133" dirty="0">
                <a:solidFill>
                  <a:srgbClr val="0046AA"/>
                </a:solidFill>
                <a:cs typeface="Times New Roman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300981" y="3771950"/>
              <a:ext cx="139715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众</a:t>
              </a:r>
              <a:r>
                <a:rPr lang="zh-CN" altLang="en-US" sz="1400" b="1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系列</a:t>
              </a:r>
              <a:endParaRPr lang="en-US" altLang="zh-CN" sz="1400" b="1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endParaRPr>
            </a:p>
            <a:p>
              <a:r>
                <a:rPr lang="zh-CN" altLang="en-US" sz="1200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透明端盖</a:t>
              </a:r>
              <a:r>
                <a:rPr lang="en-US" altLang="zh-CN" sz="1200" dirty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9</a:t>
              </a:r>
              <a:r>
                <a:rPr lang="en-US" altLang="zh-CN" sz="1200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0lm/W</a:t>
              </a:r>
              <a:endParaRPr lang="en-US" altLang="zh-CN" sz="1200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endParaRPr>
            </a:p>
            <a:p>
              <a:r>
                <a:rPr lang="en-US" altLang="zh-CN" sz="1200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PF 0.5 </a:t>
              </a:r>
              <a:r>
                <a:rPr lang="zh-CN" altLang="en-US" sz="1200" dirty="0" smtClean="0">
                  <a:solidFill>
                    <a:srgbClr val="0046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charset="0"/>
                </a:rPr>
                <a:t>无频闪</a:t>
              </a:r>
              <a:endParaRPr lang="zh-CN" altLang="en-US" sz="1200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792" y="5029167"/>
            <a:ext cx="852057" cy="49329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730" y="3914152"/>
            <a:ext cx="619770" cy="358814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0500421" y="3166747"/>
            <a:ext cx="122390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明方</a:t>
            </a:r>
            <a:r>
              <a:rPr lang="en-US" altLang="zh-CN" sz="1400" b="1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II</a:t>
            </a:r>
          </a:p>
          <a:p>
            <a:r>
              <a:rPr lang="zh-CN" altLang="en-US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方型 </a:t>
            </a:r>
            <a:r>
              <a:rPr lang="en-US" altLang="zh-CN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100lm/W</a:t>
            </a:r>
          </a:p>
          <a:p>
            <a:r>
              <a:rPr lang="en-US" altLang="zh-CN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PF 0.9 </a:t>
            </a:r>
            <a:r>
              <a:rPr lang="zh-CN" altLang="en-US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无频闪</a:t>
            </a:r>
            <a:endParaRPr lang="zh-CN" altLang="en-US" sz="1200" dirty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397" y="3179626"/>
            <a:ext cx="747387" cy="39411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525" y="3181042"/>
            <a:ext cx="751304" cy="423652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8529127" y="3133452"/>
            <a:ext cx="122390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星众</a:t>
            </a:r>
            <a:r>
              <a:rPr lang="en-US" altLang="zh-CN" sz="1400" b="1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II</a:t>
            </a:r>
          </a:p>
          <a:p>
            <a:r>
              <a:rPr lang="zh-CN" altLang="en-US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金属 </a:t>
            </a:r>
            <a:r>
              <a:rPr lang="en-US" altLang="zh-CN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90lm/W</a:t>
            </a:r>
          </a:p>
          <a:p>
            <a:r>
              <a:rPr lang="en-US" altLang="zh-CN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PF 0.9 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9901298" y="1686901"/>
            <a:ext cx="155983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可控硅调光支架</a:t>
            </a:r>
            <a:endParaRPr lang="en-US" altLang="zh-CN" sz="1400" b="1" dirty="0" smtClean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charset="0"/>
            </a:endParaRPr>
          </a:p>
          <a:p>
            <a:r>
              <a:rPr lang="zh-CN" altLang="en-US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搭配可控硅面板调光 </a:t>
            </a:r>
            <a:endParaRPr lang="en-US" altLang="zh-CN" sz="1200" dirty="0" smtClean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520591" y="2115158"/>
            <a:ext cx="15625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三段调色温支架</a:t>
            </a:r>
            <a:endParaRPr lang="en-US" altLang="zh-CN" sz="1400" b="1" dirty="0" smtClean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charset="0"/>
            </a:endParaRPr>
          </a:p>
          <a:p>
            <a:r>
              <a:rPr lang="zh-CN" altLang="en-US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三段调色 常规安装</a:t>
            </a:r>
            <a:endParaRPr lang="en-US" altLang="zh-CN" sz="1200" dirty="0" smtClean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charset="0"/>
            </a:endParaRPr>
          </a:p>
          <a:p>
            <a:r>
              <a:rPr lang="en-US" altLang="zh-CN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PF 0.5 </a:t>
            </a:r>
            <a:r>
              <a:rPr lang="zh-CN" altLang="en-US" sz="1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无频闪</a:t>
            </a:r>
            <a:endParaRPr lang="en-US" altLang="zh-CN" sz="1200" dirty="0" smtClean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charset="0"/>
            </a:endParaRPr>
          </a:p>
          <a:p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预计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6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charset="0"/>
              </a:rPr>
              <a:t>月份上市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406" y="2294490"/>
            <a:ext cx="619770" cy="358814"/>
          </a:xfrm>
          <a:prstGeom prst="rect">
            <a:avLst/>
          </a:prstGeom>
        </p:spPr>
      </p:pic>
      <p:pic>
        <p:nvPicPr>
          <p:cNvPr id="53" name="内容占位符 6"/>
          <p:cNvPicPr>
            <a:picLocks noGrp="1"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83165" y="1686901"/>
            <a:ext cx="857250" cy="46751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381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"/>
          <p:cNvSpPr>
            <a:spLocks/>
          </p:cNvSpPr>
          <p:nvPr/>
        </p:nvSpPr>
        <p:spPr>
          <a:xfrm>
            <a:off x="576000" y="600001"/>
            <a:ext cx="11047073" cy="112870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应用场所</a:t>
            </a:r>
            <a:r>
              <a:rPr lang="zh-CN" altLang="en-US" sz="3200" b="1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：</a:t>
            </a:r>
            <a:endParaRPr lang="zh-CN" altLang="en-US" sz="2667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pic>
        <p:nvPicPr>
          <p:cNvPr id="42" name="图片 11" descr="IMG_0158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4784130" y="3800591"/>
            <a:ext cx="2656013" cy="17064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683" y="1495002"/>
            <a:ext cx="2647315" cy="17606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8804" y="1495002"/>
            <a:ext cx="2641464" cy="1760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58847" y="1515412"/>
            <a:ext cx="2641464" cy="17458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053" y="3753391"/>
            <a:ext cx="2641945" cy="17609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58847" y="3828654"/>
            <a:ext cx="2613803" cy="16896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8" name="Rounded Rectangle 10"/>
          <p:cNvSpPr>
            <a:spLocks noChangeArrowheads="1"/>
          </p:cNvSpPr>
          <p:nvPr/>
        </p:nvSpPr>
        <p:spPr bwMode="auto">
          <a:xfrm>
            <a:off x="984060" y="2187997"/>
            <a:ext cx="2668938" cy="40324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0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灯槽</a:t>
            </a:r>
            <a:endParaRPr lang="en-US" sz="20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59" name="Rounded Rectangle 10"/>
          <p:cNvSpPr>
            <a:spLocks noChangeArrowheads="1"/>
          </p:cNvSpPr>
          <p:nvPr/>
        </p:nvSpPr>
        <p:spPr bwMode="auto">
          <a:xfrm>
            <a:off x="4778804" y="2200403"/>
            <a:ext cx="2668938" cy="40324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0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灯箱</a:t>
            </a:r>
            <a:endParaRPr lang="en-US" sz="20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60" name="Rounded Rectangle 10"/>
          <p:cNvSpPr>
            <a:spLocks noChangeArrowheads="1"/>
          </p:cNvSpPr>
          <p:nvPr/>
        </p:nvSpPr>
        <p:spPr bwMode="auto">
          <a:xfrm>
            <a:off x="8431373" y="2186679"/>
            <a:ext cx="2668938" cy="40324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0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货架</a:t>
            </a:r>
            <a:endParaRPr lang="en-US" sz="20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61" name="Rounded Rectangle 10"/>
          <p:cNvSpPr>
            <a:spLocks noChangeArrowheads="1"/>
          </p:cNvSpPr>
          <p:nvPr/>
        </p:nvSpPr>
        <p:spPr bwMode="auto">
          <a:xfrm>
            <a:off x="1014986" y="4419846"/>
            <a:ext cx="2668938" cy="40324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0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冰柜</a:t>
            </a:r>
            <a:endParaRPr lang="en-US" sz="20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62" name="Rounded Rectangle 10"/>
          <p:cNvSpPr>
            <a:spLocks noChangeArrowheads="1"/>
          </p:cNvSpPr>
          <p:nvPr/>
        </p:nvSpPr>
        <p:spPr bwMode="auto">
          <a:xfrm>
            <a:off x="4765067" y="4432255"/>
            <a:ext cx="2668938" cy="40324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0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商场</a:t>
            </a:r>
            <a:endParaRPr lang="en-US" sz="20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63" name="Rounded Rectangle 10"/>
          <p:cNvSpPr>
            <a:spLocks noChangeArrowheads="1"/>
          </p:cNvSpPr>
          <p:nvPr/>
        </p:nvSpPr>
        <p:spPr bwMode="auto">
          <a:xfrm>
            <a:off x="8403712" y="4419846"/>
            <a:ext cx="2668938" cy="40324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000" b="1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超市</a:t>
            </a:r>
            <a:endParaRPr lang="en-US" sz="20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20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575999" y="600001"/>
            <a:ext cx="11280640" cy="42866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4000"/>
              </a:lnSpc>
            </a:pPr>
            <a:r>
              <a:rPr lang="zh-CN" altLang="en-US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r>
              <a:rPr lang="en-US" altLang="zh-CN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:</a:t>
            </a:r>
            <a:endParaRPr lang="zh-CN" altLang="en-US" sz="32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245549" y="2524259"/>
            <a:ext cx="3095416" cy="2936383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  <a:alpha val="78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564396" y="2768076"/>
            <a:ext cx="2519635" cy="243196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"/>
          <p:cNvSpPr>
            <a:spLocks/>
          </p:cNvSpPr>
          <p:nvPr/>
        </p:nvSpPr>
        <p:spPr>
          <a:xfrm>
            <a:off x="5055706" y="2457592"/>
            <a:ext cx="1628435" cy="512637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4000"/>
              </a:lnSpc>
            </a:pPr>
            <a:r>
              <a:rPr lang="zh-CN" altLang="en-U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众系列支架</a:t>
            </a:r>
            <a:endParaRPr lang="zh-CN" alt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>
            <a:off x="5232844" y="4989669"/>
            <a:ext cx="1386905" cy="512637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4000"/>
              </a:lnSpc>
            </a:pPr>
            <a:r>
              <a:rPr lang="zh-CN" altLang="en-U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endParaRPr lang="zh-CN" alt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60" y="3360246"/>
            <a:ext cx="2161905" cy="1247619"/>
          </a:xfrm>
          <a:prstGeom prst="rect">
            <a:avLst/>
          </a:prstGeom>
        </p:spPr>
      </p:pic>
      <p:cxnSp>
        <p:nvCxnSpPr>
          <p:cNvPr id="8" name="肘形连接符 7"/>
          <p:cNvCxnSpPr/>
          <p:nvPr/>
        </p:nvCxnSpPr>
        <p:spPr>
          <a:xfrm>
            <a:off x="3355836" y="2768076"/>
            <a:ext cx="914400" cy="914400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099" y="1992143"/>
            <a:ext cx="590476" cy="523810"/>
          </a:xfrm>
          <a:prstGeom prst="rect">
            <a:avLst/>
          </a:prstGeom>
        </p:spPr>
      </p:pic>
      <p:cxnSp>
        <p:nvCxnSpPr>
          <p:cNvPr id="28" name="肘形连接符 27"/>
          <p:cNvCxnSpPr/>
          <p:nvPr/>
        </p:nvCxnSpPr>
        <p:spPr>
          <a:xfrm rot="10800000" flipV="1">
            <a:off x="7203020" y="2688152"/>
            <a:ext cx="1265807" cy="672095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/>
          <p:nvPr/>
        </p:nvCxnSpPr>
        <p:spPr>
          <a:xfrm flipV="1">
            <a:off x="3367597" y="4687910"/>
            <a:ext cx="1036978" cy="772732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rot="10800000">
            <a:off x="7217817" y="4607865"/>
            <a:ext cx="1110443" cy="783458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153" y="1935536"/>
            <a:ext cx="619048" cy="61904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93" y="4575952"/>
            <a:ext cx="609524" cy="57142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5274" y="4674558"/>
            <a:ext cx="638095" cy="571429"/>
          </a:xfrm>
          <a:prstGeom prst="rect">
            <a:avLst/>
          </a:prstGeom>
        </p:spPr>
      </p:pic>
      <p:sp>
        <p:nvSpPr>
          <p:cNvPr id="17" name="矩形"/>
          <p:cNvSpPr>
            <a:spLocks/>
          </p:cNvSpPr>
          <p:nvPr/>
        </p:nvSpPr>
        <p:spPr>
          <a:xfrm>
            <a:off x="8905203" y="2452543"/>
            <a:ext cx="1386905" cy="5126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4000"/>
              </a:lnSpc>
            </a:pPr>
            <a:r>
              <a:rPr lang="zh-CN" altLang="en-US" sz="24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明亮</a:t>
            </a:r>
          </a:p>
        </p:txBody>
      </p:sp>
      <p:sp>
        <p:nvSpPr>
          <p:cNvPr id="18" name="矩形"/>
          <p:cNvSpPr>
            <a:spLocks/>
          </p:cNvSpPr>
          <p:nvPr/>
        </p:nvSpPr>
        <p:spPr>
          <a:xfrm>
            <a:off x="2249373" y="5122241"/>
            <a:ext cx="1386905" cy="5126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4000"/>
              </a:lnSpc>
            </a:pPr>
            <a:r>
              <a:rPr lang="zh-CN" altLang="en-US" sz="24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齐全</a:t>
            </a:r>
          </a:p>
        </p:txBody>
      </p:sp>
      <p:sp>
        <p:nvSpPr>
          <p:cNvPr id="24" name="TextBox 8"/>
          <p:cNvSpPr txBox="1"/>
          <p:nvPr/>
        </p:nvSpPr>
        <p:spPr>
          <a:xfrm>
            <a:off x="1468951" y="2921681"/>
            <a:ext cx="2094805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18986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光学</a:t>
            </a:r>
            <a:r>
              <a:rPr lang="zh-CN" altLang="en-US" sz="1400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级</a:t>
            </a:r>
            <a:r>
              <a:rPr lang="en-US" altLang="zh-CN" sz="1400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PC</a:t>
            </a:r>
            <a:r>
              <a:rPr lang="zh-CN" altLang="en-US" sz="1400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面罩，透过率高达</a:t>
            </a:r>
            <a:r>
              <a:rPr lang="en-US" altLang="zh-CN" sz="1400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92%</a:t>
            </a: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以上</a:t>
            </a: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</a:rPr>
              <a:t>，光色柔和无颗粒感</a:t>
            </a:r>
            <a:endParaRPr lang="zh-CN" altLang="en-US" sz="1400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8391282" y="2880076"/>
            <a:ext cx="23110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18986">
              <a:lnSpc>
                <a:spcPct val="150000"/>
              </a:lnSpc>
            </a:pPr>
            <a:r>
              <a:rPr lang="zh-CN" altLang="en-US" sz="1400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恒</a:t>
            </a: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流开关电源设计，转换效率高，光效达</a:t>
            </a:r>
            <a:r>
              <a:rPr lang="en-US" altLang="zh-CN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90lm/W</a:t>
            </a:r>
            <a:endParaRPr lang="zh-CN" altLang="en-US" sz="1400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1585141" y="5596241"/>
            <a:ext cx="2094805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18986">
              <a:lnSpc>
                <a:spcPct val="150000"/>
              </a:lnSpc>
            </a:pPr>
            <a:r>
              <a:rPr lang="en-US" altLang="zh-CN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6</a:t>
            </a: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种连接长度，</a:t>
            </a:r>
            <a:r>
              <a:rPr lang="en-US" altLang="zh-CN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2</a:t>
            </a: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种连接线，实现多种安装应用</a:t>
            </a:r>
            <a:endParaRPr lang="zh-CN" altLang="en-US" sz="1400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>
            <a:off x="2261275" y="2425841"/>
            <a:ext cx="1386905" cy="5126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4000"/>
              </a:lnSpc>
            </a:pPr>
            <a:r>
              <a:rPr lang="zh-CN" altLang="en-US" sz="24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柔和</a:t>
            </a:r>
          </a:p>
        </p:txBody>
      </p:sp>
      <p:sp>
        <p:nvSpPr>
          <p:cNvPr id="29" name="TextBox 8"/>
          <p:cNvSpPr txBox="1"/>
          <p:nvPr/>
        </p:nvSpPr>
        <p:spPr>
          <a:xfrm>
            <a:off x="8468827" y="5596984"/>
            <a:ext cx="2388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18986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一体化</a:t>
            </a:r>
            <a:r>
              <a:rPr lang="en-US" altLang="zh-CN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PC</a:t>
            </a: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壳体，无触电风险</a:t>
            </a:r>
            <a:endParaRPr lang="en-US" altLang="zh-CN" sz="1400" dirty="0" smtClean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  <a:p>
            <a:pPr defTabSz="1018986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通过          认证，安全可靠</a:t>
            </a:r>
            <a:endParaRPr lang="zh-CN" altLang="en-US" sz="1400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>
            <a:off x="8932193" y="5147381"/>
            <a:ext cx="1386905" cy="5126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4000"/>
              </a:lnSpc>
            </a:pPr>
            <a:r>
              <a:rPr lang="zh-CN" altLang="en-US" sz="24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安全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8039" y="6004715"/>
            <a:ext cx="385275" cy="28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7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575999" y="600001"/>
            <a:ext cx="11280640" cy="42866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r>
              <a:rPr lang="zh-CN" altLang="en-US" sz="3200" b="1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：</a:t>
            </a:r>
            <a:endParaRPr lang="zh-CN" altLang="en-US" sz="26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069620" y="1424457"/>
            <a:ext cx="4168563" cy="1077218"/>
            <a:chOff x="4809598" y="1068342"/>
            <a:chExt cx="3126422" cy="807913"/>
          </a:xfrm>
        </p:grpSpPr>
        <p:sp>
          <p:nvSpPr>
            <p:cNvPr id="25" name="椭圆 24"/>
            <p:cNvSpPr>
              <a:spLocks noChangeAspect="1"/>
            </p:cNvSpPr>
            <p:nvPr/>
          </p:nvSpPr>
          <p:spPr>
            <a:xfrm>
              <a:off x="4809598" y="1121002"/>
              <a:ext cx="720000" cy="693819"/>
            </a:xfrm>
            <a:prstGeom prst="ellipse">
              <a:avLst/>
            </a:prstGeom>
            <a:solidFill>
              <a:srgbClr val="0070C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267" dirty="0"/>
                <a:t>2</a:t>
              </a:r>
              <a:endParaRPr lang="zh-CN" altLang="en-US" sz="4267" dirty="0"/>
            </a:p>
          </p:txBody>
        </p:sp>
        <p:sp>
          <p:nvSpPr>
            <p:cNvPr id="26" name="文本框 50"/>
            <p:cNvSpPr txBox="1"/>
            <p:nvPr/>
          </p:nvSpPr>
          <p:spPr>
            <a:xfrm>
              <a:off x="5530598" y="1068342"/>
              <a:ext cx="2405422" cy="80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r>
                <a:rPr lang="zh-CN" alt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种配件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</a:t>
              </a:r>
              <a:endPara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种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配件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线，做电源、软串接应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用，安装方便易用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069620" y="3007672"/>
            <a:ext cx="4168563" cy="1179779"/>
            <a:chOff x="4809598" y="2255752"/>
            <a:chExt cx="3126422" cy="884834"/>
          </a:xfrm>
        </p:grpSpPr>
        <p:sp>
          <p:nvSpPr>
            <p:cNvPr id="29" name="椭圆 28"/>
            <p:cNvSpPr>
              <a:spLocks noChangeAspect="1"/>
            </p:cNvSpPr>
            <p:nvPr/>
          </p:nvSpPr>
          <p:spPr>
            <a:xfrm>
              <a:off x="4809598" y="2255752"/>
              <a:ext cx="720000" cy="693819"/>
            </a:xfrm>
            <a:prstGeom prst="ellipse">
              <a:avLst/>
            </a:prstGeom>
            <a:solidFill>
              <a:srgbClr val="0070C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/>
                <a:t>6</a:t>
              </a:r>
              <a:endParaRPr lang="zh-CN" altLang="en-US" sz="3200" dirty="0"/>
            </a:p>
          </p:txBody>
        </p:sp>
        <p:sp>
          <p:nvSpPr>
            <p:cNvPr id="30" name="文本框 51"/>
            <p:cNvSpPr txBox="1"/>
            <p:nvPr/>
          </p:nvSpPr>
          <p:spPr>
            <a:xfrm>
              <a:off x="5530598" y="2332672"/>
              <a:ext cx="2405422" cy="807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6</a:t>
              </a:r>
              <a:r>
                <a:rPr lang="zh-CN" alt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种长度</a:t>
              </a:r>
              <a:endPara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6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种尺寸长度，满足多种拼接需求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069621" y="4723864"/>
            <a:ext cx="4214695" cy="1232869"/>
            <a:chOff x="4809598" y="3542900"/>
            <a:chExt cx="3161021" cy="924652"/>
          </a:xfrm>
        </p:grpSpPr>
        <p:sp>
          <p:nvSpPr>
            <p:cNvPr id="32" name="椭圆 31"/>
            <p:cNvSpPr>
              <a:spLocks noChangeAspect="1"/>
            </p:cNvSpPr>
            <p:nvPr/>
          </p:nvSpPr>
          <p:spPr>
            <a:xfrm>
              <a:off x="4809598" y="3542900"/>
              <a:ext cx="720000" cy="693819"/>
            </a:xfrm>
            <a:prstGeom prst="ellipse">
              <a:avLst/>
            </a:prstGeom>
            <a:solidFill>
              <a:srgbClr val="0070C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 smtClean="0"/>
                <a:t>15</a:t>
              </a:r>
              <a:endParaRPr lang="zh-CN" altLang="en-US" sz="3200" dirty="0"/>
            </a:p>
          </p:txBody>
        </p:sp>
        <p:sp>
          <p:nvSpPr>
            <p:cNvPr id="33" name="文本框 52"/>
            <p:cNvSpPr txBox="1"/>
            <p:nvPr/>
          </p:nvSpPr>
          <p:spPr>
            <a:xfrm>
              <a:off x="5565197" y="3659638"/>
              <a:ext cx="2405422" cy="807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15</a:t>
              </a:r>
              <a:r>
                <a:rPr lang="zh-CN" alt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根串接</a:t>
              </a:r>
              <a:endPara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串接长度长，最多可支持串接</a:t>
              </a:r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15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根</a:t>
              </a:r>
              <a:endPara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50" y="1183217"/>
            <a:ext cx="6899263" cy="4879638"/>
          </a:xfrm>
          <a:prstGeom prst="rect">
            <a:avLst/>
          </a:prstGeom>
        </p:spPr>
      </p:pic>
      <p:pic>
        <p:nvPicPr>
          <p:cNvPr id="39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1633" y="4505150"/>
            <a:ext cx="1195886" cy="748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4470975" y="4217906"/>
            <a:ext cx="887936" cy="1323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612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575999" y="600001"/>
            <a:ext cx="11280640" cy="42866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r>
              <a:rPr lang="zh-CN" altLang="en-US" sz="3200" b="1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：</a:t>
            </a:r>
            <a:endParaRPr lang="zh-CN" altLang="en-US" sz="26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0171" y="4332715"/>
            <a:ext cx="2286727" cy="1628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33064" y="4275074"/>
            <a:ext cx="2474575" cy="168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063" y="2069750"/>
            <a:ext cx="2474575" cy="13919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171" y="2163651"/>
            <a:ext cx="2307641" cy="12980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右箭头 18"/>
          <p:cNvSpPr>
            <a:spLocks noChangeArrowheads="1"/>
          </p:cNvSpPr>
          <p:nvPr/>
        </p:nvSpPr>
        <p:spPr bwMode="auto">
          <a:xfrm>
            <a:off x="4260727" y="2299457"/>
            <a:ext cx="2872335" cy="404806"/>
          </a:xfrm>
          <a:prstGeom prst="rightArrow">
            <a:avLst>
              <a:gd name="adj1" fmla="val 50000"/>
              <a:gd name="adj2" fmla="val 50092"/>
            </a:avLst>
          </a:prstGeom>
          <a:solidFill>
            <a:schemeClr val="accent1"/>
          </a:solidFill>
          <a:ln>
            <a:noFill/>
          </a:ln>
          <a:effectLst/>
          <a:extLst/>
        </p:spPr>
        <p:txBody>
          <a:bodyPr lIns="96172" tIns="48084" rIns="96172" bIns="48084" anchor="ctr"/>
          <a:lstStyle/>
          <a:p>
            <a:pPr>
              <a:lnSpc>
                <a:spcPct val="120000"/>
              </a:lnSpc>
              <a:defRPr/>
            </a:pPr>
            <a:endParaRPr lang="zh-CN" altLang="en-US" sz="1874" b="1" kern="0" dirty="0">
              <a:solidFill>
                <a:sysClr val="window" lastClr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右箭头 19"/>
          <p:cNvSpPr>
            <a:spLocks noChangeArrowheads="1"/>
          </p:cNvSpPr>
          <p:nvPr/>
        </p:nvSpPr>
        <p:spPr bwMode="auto">
          <a:xfrm flipH="1">
            <a:off x="4260727" y="2812675"/>
            <a:ext cx="2872335" cy="355528"/>
          </a:xfrm>
          <a:prstGeom prst="rightArrow">
            <a:avLst>
              <a:gd name="adj1" fmla="val 50000"/>
              <a:gd name="adj2" fmla="val 50064"/>
            </a:avLst>
          </a:prstGeom>
          <a:solidFill>
            <a:schemeClr val="accent1"/>
          </a:solidFill>
          <a:ln>
            <a:noFill/>
          </a:ln>
          <a:effectLst/>
          <a:extLst/>
        </p:spPr>
        <p:txBody>
          <a:bodyPr lIns="96172" tIns="48084" rIns="96172" bIns="48084" anchor="ctr"/>
          <a:lstStyle/>
          <a:p>
            <a:pPr>
              <a:lnSpc>
                <a:spcPct val="120000"/>
              </a:lnSpc>
              <a:defRPr/>
            </a:pPr>
            <a:endParaRPr lang="zh-CN" altLang="en-US" sz="1874" b="1" kern="0" dirty="0">
              <a:solidFill>
                <a:sysClr val="window" lastClr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182672" y="2147780"/>
            <a:ext cx="1127976" cy="1123453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noFill/>
            <a:prstDash val="solid"/>
          </a:ln>
          <a:effectLst/>
        </p:spPr>
        <p:txBody>
          <a:bodyPr lIns="96172" tIns="48084" rIns="96172" bIns="48084" anchor="ctr"/>
          <a:lstStyle/>
          <a:p>
            <a:pPr>
              <a:lnSpc>
                <a:spcPct val="120000"/>
              </a:lnSpc>
              <a:defRPr/>
            </a:pPr>
            <a:r>
              <a:rPr lang="zh-CN" altLang="en-US" sz="1349" kern="0" dirty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1400" kern="0" dirty="0" smtClean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出光均匀</a:t>
            </a:r>
            <a:endParaRPr lang="en-US" altLang="zh-CN" sz="1400" kern="0" dirty="0" smtClean="0">
              <a:solidFill>
                <a:srgbClr val="414455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400" kern="0" dirty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kern="0" dirty="0" smtClean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400" kern="0" dirty="0" smtClean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无影连接</a:t>
            </a:r>
            <a:endParaRPr lang="zh-CN" altLang="en-US" sz="1400" kern="0" dirty="0">
              <a:solidFill>
                <a:srgbClr val="4144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08655" y="3045496"/>
            <a:ext cx="1869757" cy="451473"/>
          </a:xfrm>
          <a:prstGeom prst="rect">
            <a:avLst/>
          </a:prstGeom>
          <a:noFill/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未点亮拼接示意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366142" y="3045495"/>
            <a:ext cx="1869757" cy="451473"/>
          </a:xfrm>
          <a:prstGeom prst="rect">
            <a:avLst/>
          </a:prstGeom>
          <a:noFill/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点亮拼接示意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50032" y="4361399"/>
            <a:ext cx="1869757" cy="451473"/>
          </a:xfrm>
          <a:prstGeom prst="rect">
            <a:avLst/>
          </a:prstGeom>
          <a:noFill/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出光断续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038796" y="4332715"/>
            <a:ext cx="1869757" cy="451473"/>
          </a:xfrm>
          <a:prstGeom prst="rect">
            <a:avLst/>
          </a:prstGeom>
          <a:noFill/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出光连续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下箭头 36"/>
          <p:cNvSpPr>
            <a:spLocks noChangeArrowheads="1"/>
          </p:cNvSpPr>
          <p:nvPr/>
        </p:nvSpPr>
        <p:spPr bwMode="auto">
          <a:xfrm>
            <a:off x="5434884" y="3545778"/>
            <a:ext cx="580701" cy="99624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ffectLst/>
          <a:extLst/>
        </p:spPr>
        <p:txBody>
          <a:bodyPr lIns="96172" tIns="48084" rIns="96172" bIns="48084" anchor="ctr"/>
          <a:lstStyle/>
          <a:p>
            <a:pPr>
              <a:lnSpc>
                <a:spcPct val="120000"/>
              </a:lnSpc>
              <a:defRPr/>
            </a:pPr>
            <a:endParaRPr lang="zh-CN" altLang="en-US" sz="1874" b="1" kern="0" dirty="0">
              <a:solidFill>
                <a:sysClr val="window" lastClr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113842" y="4644402"/>
            <a:ext cx="1265635" cy="1005222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noFill/>
            <a:prstDash val="solid"/>
          </a:ln>
          <a:effectLst/>
        </p:spPr>
        <p:txBody>
          <a:bodyPr lIns="96172" tIns="48084" rIns="96172" bIns="48084" anchor="ctr"/>
          <a:lstStyle/>
          <a:p>
            <a:pPr>
              <a:lnSpc>
                <a:spcPct val="120000"/>
              </a:lnSpc>
              <a:defRPr/>
            </a:pPr>
            <a:r>
              <a:rPr lang="zh-CN" altLang="en-US" sz="1349" kern="0" dirty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1600" kern="0" dirty="0" smtClean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应用示例</a:t>
            </a:r>
            <a:endParaRPr lang="zh-CN" altLang="en-US" kern="0" dirty="0">
              <a:solidFill>
                <a:srgbClr val="41445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99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575999" y="600001"/>
            <a:ext cx="11280640" cy="42866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r>
              <a:rPr lang="zh-CN" altLang="en-US" sz="3200" b="1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：</a:t>
            </a:r>
            <a:endParaRPr lang="zh-CN" altLang="en-US" sz="26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729445" y="1949592"/>
            <a:ext cx="43567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18986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恒</a:t>
            </a: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流驱动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电源</a:t>
            </a:r>
            <a:endParaRPr lang="en-US" altLang="zh-CN" sz="1600" dirty="0" smtClean="0">
              <a:solidFill>
                <a:srgbClr val="0046AA"/>
              </a:solidFill>
              <a:latin typeface="微软雅黑" pitchFamily="34" charset="-122"/>
              <a:ea typeface="微软雅黑"/>
            </a:endParaRPr>
          </a:p>
          <a:p>
            <a:pPr defTabSz="1018986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优良</a:t>
            </a: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的灯具“发动机”，确保“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/>
              </a:rPr>
              <a:t>不漏机油</a:t>
            </a: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”</a:t>
            </a:r>
            <a:endParaRPr lang="en-US" altLang="zh-CN" sz="1600" dirty="0">
              <a:solidFill>
                <a:srgbClr val="0046AA"/>
              </a:solidFill>
              <a:latin typeface="微软雅黑" pitchFamily="34" charset="-122"/>
              <a:ea typeface="微软雅黑"/>
            </a:endParaRPr>
          </a:p>
          <a:p>
            <a:pPr defTabSz="1018986">
              <a:lnSpc>
                <a:spcPct val="150000"/>
              </a:lnSpc>
            </a:pP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高</a:t>
            </a:r>
            <a:r>
              <a:rPr lang="zh-CN" altLang="en-US" sz="2400" b="1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可靠</a:t>
            </a: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性电子元器件和材料</a:t>
            </a:r>
            <a:endParaRPr lang="en-US" altLang="zh-CN" sz="1600" dirty="0">
              <a:solidFill>
                <a:srgbClr val="0046AA"/>
              </a:solidFill>
              <a:latin typeface="微软雅黑" pitchFamily="34" charset="-122"/>
              <a:ea typeface="微软雅黑"/>
            </a:endParaRPr>
          </a:p>
          <a:p>
            <a:pPr defTabSz="1018986">
              <a:lnSpc>
                <a:spcPct val="150000"/>
              </a:lnSpc>
            </a:pP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严格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控制</a:t>
            </a:r>
            <a:r>
              <a:rPr lang="en-US" altLang="zh-CN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EMC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及安全性能，</a:t>
            </a:r>
            <a:endParaRPr lang="en-US" altLang="zh-CN" sz="1600" dirty="0">
              <a:solidFill>
                <a:srgbClr val="0046AA"/>
              </a:solidFill>
              <a:latin typeface="微软雅黑" pitchFamily="34" charset="-122"/>
              <a:ea typeface="微软雅黑"/>
            </a:endParaRPr>
          </a:p>
          <a:p>
            <a:pPr defTabSz="1018986">
              <a:lnSpc>
                <a:spcPct val="150000"/>
              </a:lnSpc>
            </a:pP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符合国标</a:t>
            </a:r>
            <a:r>
              <a:rPr lang="en-US" altLang="zh-CN" sz="1600" b="1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GB17743/GB17625.1</a:t>
            </a:r>
          </a:p>
          <a:p>
            <a:pPr defTabSz="1018986">
              <a:lnSpc>
                <a:spcPct val="150000"/>
              </a:lnSpc>
            </a:pP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值得</a:t>
            </a:r>
            <a:r>
              <a:rPr lang="zh-CN" altLang="en-US" sz="2400" b="1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信赖</a:t>
            </a:r>
            <a:r>
              <a:rPr lang="zh-CN" altLang="en-US" sz="1600" dirty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的标称寿命</a:t>
            </a:r>
            <a:endParaRPr lang="en-US" altLang="zh-CN" sz="1600" dirty="0">
              <a:solidFill>
                <a:srgbClr val="0046AA"/>
              </a:solidFill>
              <a:latin typeface="微软雅黑" pitchFamily="34" charset="-122"/>
              <a:ea typeface="微软雅黑"/>
            </a:endParaRPr>
          </a:p>
          <a:p>
            <a:pPr defTabSz="1018986">
              <a:lnSpc>
                <a:spcPct val="150000"/>
              </a:lnSpc>
            </a:pPr>
            <a:endParaRPr lang="en-US" altLang="zh-CN" sz="1600" dirty="0">
              <a:solidFill>
                <a:srgbClr val="0046AA"/>
              </a:solidFill>
              <a:latin typeface="微软雅黑" pitchFamily="34" charset="-122"/>
              <a:ea typeface="微软雅黑"/>
            </a:endParaRPr>
          </a:p>
        </p:txBody>
      </p:sp>
      <p:sp>
        <p:nvSpPr>
          <p:cNvPr id="23" name="标题 1"/>
          <p:cNvSpPr txBox="1">
            <a:spLocks/>
          </p:cNvSpPr>
          <p:nvPr/>
        </p:nvSpPr>
        <p:spPr>
          <a:xfrm>
            <a:off x="704279" y="1413275"/>
            <a:ext cx="9070526" cy="562075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l" defTabSz="914114" rtl="0" eaLnBrk="1" latinLnBrk="0" hangingPunct="1">
              <a:spcBef>
                <a:spcPct val="0"/>
              </a:spcBef>
              <a:buNone/>
              <a:defRPr sz="2400" b="0" kern="120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1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50" normalizeH="0" baseline="0" noProof="0" dirty="0" smtClean="0">
                <a:ln w="11430"/>
                <a:solidFill>
                  <a:srgbClr val="0046A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恒流驱动电源技术，标称寿命的有力保障</a:t>
            </a:r>
            <a:endParaRPr kumimoji="0" lang="zh-CN" altLang="en-US" sz="2400" b="1" i="0" u="none" strike="noStrike" kern="1200" cap="none" spc="50" normalizeH="0" baseline="0" noProof="0" dirty="0">
              <a:ln w="11430"/>
              <a:solidFill>
                <a:srgbClr val="0046AA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8499732" y="1562515"/>
            <a:ext cx="3255173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18986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电源转换</a:t>
            </a:r>
            <a:r>
              <a:rPr lang="zh-CN" altLang="en-US" sz="2400" b="1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效率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，高达</a:t>
            </a:r>
            <a:r>
              <a:rPr lang="en-US" altLang="zh-CN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95%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，器件发热量小，</a:t>
            </a:r>
            <a:r>
              <a:rPr lang="zh-CN" altLang="en-US" sz="2400" b="1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寿命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有保证，光效达</a:t>
            </a:r>
            <a:r>
              <a:rPr lang="en-US" altLang="zh-CN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90lm/W+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，产品通过</a:t>
            </a:r>
            <a:r>
              <a:rPr lang="en-US" altLang="zh-CN" sz="2400" b="1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CCC</a:t>
            </a:r>
            <a:r>
              <a:rPr lang="zh-CN" altLang="en-US" sz="1600" dirty="0" smtClean="0">
                <a:solidFill>
                  <a:srgbClr val="0046AA"/>
                </a:solidFill>
                <a:latin typeface="微软雅黑" pitchFamily="34" charset="-122"/>
                <a:ea typeface="微软雅黑"/>
              </a:rPr>
              <a:t>认证</a:t>
            </a:r>
            <a:endParaRPr lang="en-US" altLang="zh-CN" sz="1600" dirty="0" smtClean="0">
              <a:solidFill>
                <a:srgbClr val="0046AA"/>
              </a:solidFill>
              <a:latin typeface="微软雅黑" pitchFamily="34" charset="-122"/>
              <a:ea typeface="微软雅黑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644251">
            <a:off x="2444066" y="3098135"/>
            <a:ext cx="5810052" cy="9668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864170">
            <a:off x="2912864" y="3868397"/>
            <a:ext cx="5807565" cy="852913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652220" y="4037385"/>
            <a:ext cx="2786082" cy="1058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" name="组合 8"/>
          <p:cNvGrpSpPr/>
          <p:nvPr/>
        </p:nvGrpSpPr>
        <p:grpSpPr>
          <a:xfrm>
            <a:off x="8652220" y="5038952"/>
            <a:ext cx="2786082" cy="1616815"/>
            <a:chOff x="4202897" y="4644240"/>
            <a:chExt cx="2786082" cy="1616815"/>
          </a:xfrm>
        </p:grpSpPr>
        <p:sp>
          <p:nvSpPr>
            <p:cNvPr id="10" name="TextBox 7"/>
            <p:cNvSpPr txBox="1"/>
            <p:nvPr/>
          </p:nvSpPr>
          <p:spPr>
            <a:xfrm>
              <a:off x="4202897" y="4644240"/>
              <a:ext cx="2786082" cy="83099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101919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竞品：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46A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采用阻容降压驱动，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电路设计简单、成本低、易受电压波动频闪、可靠性低</a:t>
              </a:r>
              <a:endPara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46A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202897" y="5430058"/>
              <a:ext cx="2786082" cy="83099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101919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46A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耐压测试不合格，雷击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46A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\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46A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浪涌不通过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46A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,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46A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易击穿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46A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0" defTabSz="101919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不符合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THD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及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EMC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国标要求</a:t>
              </a:r>
              <a:endPara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46A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2" name="TextBox 13"/>
          <p:cNvSpPr txBox="1"/>
          <p:nvPr/>
        </p:nvSpPr>
        <p:spPr>
          <a:xfrm>
            <a:off x="7947724" y="4753200"/>
            <a:ext cx="553998" cy="14773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defTabSz="1019190"/>
            <a:r>
              <a:rPr lang="zh-CN" altLang="en-US" sz="2400" b="1" spc="300" dirty="0" smtClean="0">
                <a:ln w="11430" cmpd="sng">
                  <a:solidFill>
                    <a:srgbClr val="0051A2">
                      <a:tint val="10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0051A2">
                        <a:tint val="83000"/>
                        <a:shade val="100000"/>
                        <a:satMod val="200000"/>
                      </a:srgbClr>
                    </a:gs>
                    <a:gs pos="75000">
                      <a:srgbClr val="0051A2">
                        <a:tint val="100000"/>
                        <a:shade val="50000"/>
                        <a:satMod val="150000"/>
                      </a:srgbClr>
                    </a:gs>
                  </a:gsLst>
                  <a:lin ang="5400000"/>
                </a:gradFill>
                <a:effectLst>
                  <a:glow rad="45500">
                    <a:srgbClr val="0051A2">
                      <a:satMod val="220000"/>
                      <a:alpha val="35000"/>
                    </a:srgbClr>
                  </a:glow>
                </a:effectLst>
                <a:ea typeface="微软雅黑"/>
              </a:rPr>
              <a:t>竞品对比</a:t>
            </a:r>
            <a:endParaRPr lang="zh-CN" altLang="en-US" sz="2400" b="1" spc="300" dirty="0">
              <a:ln w="11430" cmpd="sng">
                <a:solidFill>
                  <a:srgbClr val="0051A2">
                    <a:tint val="10000"/>
                  </a:srgbClr>
                </a:solidFill>
                <a:prstDash val="solid"/>
                <a:miter lim="800000"/>
              </a:ln>
              <a:gradFill>
                <a:gsLst>
                  <a:gs pos="10000">
                    <a:srgbClr val="0051A2">
                      <a:tint val="83000"/>
                      <a:shade val="100000"/>
                      <a:satMod val="200000"/>
                    </a:srgbClr>
                  </a:gs>
                  <a:gs pos="75000">
                    <a:srgbClr val="0051A2">
                      <a:tint val="100000"/>
                      <a:shade val="50000"/>
                      <a:satMod val="150000"/>
                    </a:srgbClr>
                  </a:gs>
                </a:gsLst>
                <a:lin ang="5400000"/>
              </a:gradFill>
              <a:effectLst>
                <a:glow rad="45500">
                  <a:srgbClr val="0051A2">
                    <a:satMod val="220000"/>
                    <a:alpha val="35000"/>
                  </a:srgbClr>
                </a:glow>
              </a:effectLst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9629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"/>
          <p:cNvSpPr>
            <a:spLocks/>
          </p:cNvSpPr>
          <p:nvPr/>
        </p:nvSpPr>
        <p:spPr>
          <a:xfrm>
            <a:off x="576000" y="600001"/>
            <a:ext cx="11047073" cy="5246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竞品分析对比</a:t>
            </a:r>
          </a:p>
        </p:txBody>
      </p:sp>
      <p:graphicFrame>
        <p:nvGraphicFramePr>
          <p:cNvPr id="8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5672871"/>
              </p:ext>
            </p:extLst>
          </p:nvPr>
        </p:nvGraphicFramePr>
        <p:xfrm>
          <a:off x="1066232" y="1480261"/>
          <a:ext cx="9970961" cy="4690784"/>
        </p:xfrm>
        <a:graphic>
          <a:graphicData uri="http://schemas.openxmlformats.org/drawingml/2006/table">
            <a:tbl>
              <a:tblPr/>
              <a:tblGrid>
                <a:gridCol w="2119928"/>
                <a:gridCol w="1772206"/>
                <a:gridCol w="1571223"/>
                <a:gridCol w="1622738"/>
                <a:gridCol w="2884866"/>
              </a:tblGrid>
              <a:tr h="4567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  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9C57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欧普 </a:t>
                      </a:r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众系列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9C57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雷*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9C57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三*</a:t>
                      </a:r>
                      <a:endParaRPr lang="en-US" altLang="zh-CN" sz="1600" b="1" i="0" u="none" strike="noStrike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9C5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en-US" altLang="zh-CN" sz="1600" b="1" i="0" u="none" strike="noStrike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9C57"/>
                    </a:solidFill>
                  </a:tcPr>
                </a:tc>
              </a:tr>
              <a:tr h="76546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图片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 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欧普众系列优点</a:t>
                      </a:r>
                      <a:endParaRPr lang="zh-CN" altLang="en-US" sz="1600" b="1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741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  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</a:t>
                      </a:r>
                      <a:r>
                        <a:rPr lang="en-US" sz="16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  <a:endParaRPr lang="zh-CN" altLang="en-US" sz="16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  <a:endParaRPr lang="zh-CN" altLang="en-US" sz="1600" b="0" i="0" u="none" strike="noStrike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铝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+PC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7" rtl="0" eaLnBrk="1" fontAlgn="ctr" latinLnBrk="0" hangingPunct="1"/>
                      <a:r>
                        <a:rPr lang="zh-CN" altLang="en-US" sz="1400" b="0" i="0" u="none" strike="noStrike" kern="12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光学级</a:t>
                      </a:r>
                      <a:r>
                        <a:rPr lang="en-US" altLang="zh-CN" sz="1400" b="0" i="0" u="none" strike="noStrike" kern="12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PC</a:t>
                      </a:r>
                      <a:r>
                        <a:rPr lang="zh-CN" altLang="en-US" sz="1400" b="0" i="0" u="none" strike="noStrike" kern="12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罩，光效高</a:t>
                      </a:r>
                      <a:endParaRPr lang="zh-CN" altLang="en-US" sz="1400" b="0" i="0" u="none" strike="noStrike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</a:tr>
              <a:tr h="4567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表面颗粒感 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  <a:r>
                        <a:rPr lang="zh-CN" altLang="en-US" sz="1600" b="1" i="0" u="none" strike="no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altLang="en-US" sz="16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无颗粒感，高亮均匀 </a:t>
                      </a:r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150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 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14.09</a:t>
                      </a:r>
                      <a:endParaRPr lang="en-US" altLang="zh-CN" sz="1600" b="0" i="0" u="none" strike="noStrik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16.9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 smtClean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</a:tr>
              <a:tr h="4567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功率因数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endParaRPr lang="en-US" altLang="zh-CN" sz="1600" b="0" i="0" u="none" strike="noStrik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400" b="0" i="0" u="none" strike="noStrike" dirty="0" smtClean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2610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光效 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</a:t>
                      </a:r>
                      <a:endParaRPr lang="en-US" altLang="zh-CN" sz="16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高光效，更节能</a:t>
                      </a:r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</a:tr>
              <a:tr h="4382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产品外观结构紧密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紧密</a:t>
                      </a:r>
                      <a:endParaRPr lang="en-US" altLang="zh-CN" sz="16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紧密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不紧密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结构紧密，美观大方</a:t>
                      </a:r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42349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EMC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endParaRPr lang="en-US" altLang="zh-CN" sz="16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不通过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不通过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EMC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标准，电磁干扰更小</a:t>
                      </a: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</a:tr>
              <a:tr h="4567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绝缘高压测试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indent="0" algn="ctr" defTabSz="91429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endParaRPr lang="zh-CN" altLang="en-US" sz="16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不通过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符合耐高压，防护有保障</a:t>
                      </a:r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26650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是否符合</a:t>
                      </a:r>
                      <a:r>
                        <a:rPr lang="en-US" altLang="zh-CN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CCC</a:t>
                      </a:r>
                      <a:r>
                        <a:rPr lang="zh-CN" altLang="en-US" sz="16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 </a:t>
                      </a:r>
                      <a:r>
                        <a:rPr lang="zh-CN" altLang="en-US" sz="1600" b="1" i="0" u="none" strike="no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altLang="en-US" sz="16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符合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CCC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标准，安全更放心 </a:t>
                      </a:r>
                      <a:endParaRPr lang="zh-CN" altLang="en-US" sz="1400" b="0" i="0" u="none" strike="no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31" marR="5031" marT="5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>
                        <a:lumMod val="20000"/>
                        <a:lumOff val="8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780043" y="2194039"/>
            <a:ext cx="799476" cy="46288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4406" y="2103387"/>
            <a:ext cx="715130" cy="42182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4423" y="2103387"/>
            <a:ext cx="828970" cy="51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7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"/>
          <p:cNvSpPr>
            <a:spLocks/>
          </p:cNvSpPr>
          <p:nvPr/>
        </p:nvSpPr>
        <p:spPr>
          <a:xfrm>
            <a:off x="576000" y="600001"/>
            <a:ext cx="11047073" cy="5246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>
                <a:solidFill>
                  <a:srgbClr val="1144A3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安装说明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6706" y="1476209"/>
            <a:ext cx="451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b="1" dirty="0" smtClean="0">
                <a:solidFill>
                  <a:srgbClr val="1144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安装方式：</a:t>
            </a:r>
            <a:endParaRPr lang="en-US" altLang="zh-CN" b="1" dirty="0" smtClean="0">
              <a:solidFill>
                <a:srgbClr val="1144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79136" y="1570005"/>
            <a:ext cx="252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b="1" dirty="0" smtClean="0">
                <a:solidFill>
                  <a:srgbClr val="1144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级联方式：</a:t>
            </a:r>
            <a:endParaRPr lang="en-US" altLang="zh-CN" b="1" dirty="0" smtClean="0">
              <a:solidFill>
                <a:srgbClr val="1144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869761" y="1346462"/>
            <a:ext cx="0" cy="4926841"/>
          </a:xfrm>
          <a:prstGeom prst="line">
            <a:avLst/>
          </a:prstGeom>
          <a:ln w="19050">
            <a:solidFill>
              <a:schemeClr val="tx1"/>
            </a:solidFill>
            <a:prstDash val="lgDashDot"/>
            <a:headEnd type="arrow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86" y="2050814"/>
            <a:ext cx="4340021" cy="13344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985" y="3483582"/>
            <a:ext cx="2170009" cy="1119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995" y="3450815"/>
            <a:ext cx="2170011" cy="116846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985" y="4652050"/>
            <a:ext cx="4340021" cy="1332347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580328" y="4314423"/>
            <a:ext cx="1429554" cy="288844"/>
          </a:xfrm>
          <a:prstGeom prst="ellipse">
            <a:avLst/>
          </a:prstGeom>
          <a:noFill/>
          <a:ln w="127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1032" y="2081368"/>
            <a:ext cx="1304185" cy="13670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3911" y="3520291"/>
            <a:ext cx="1304185" cy="141286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1032" y="4883941"/>
            <a:ext cx="1304185" cy="141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3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"/>
          <p:cNvSpPr>
            <a:spLocks/>
          </p:cNvSpPr>
          <p:nvPr/>
        </p:nvSpPr>
        <p:spPr>
          <a:xfrm>
            <a:off x="576000" y="600001"/>
            <a:ext cx="11047073" cy="5246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技术参数表</a:t>
            </a:r>
            <a:endParaRPr lang="zh-CN" altLang="en-US" sz="3200" b="1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757927"/>
              </p:ext>
            </p:extLst>
          </p:nvPr>
        </p:nvGraphicFramePr>
        <p:xfrm>
          <a:off x="614637" y="1275008"/>
          <a:ext cx="11008437" cy="5128867"/>
        </p:xfrm>
        <a:graphic>
          <a:graphicData uri="http://schemas.openxmlformats.org/drawingml/2006/table">
            <a:tbl>
              <a:tblPr/>
              <a:tblGrid>
                <a:gridCol w="1296471"/>
                <a:gridCol w="1327342"/>
                <a:gridCol w="1327342"/>
                <a:gridCol w="1327342"/>
                <a:gridCol w="1331197"/>
                <a:gridCol w="1435379"/>
                <a:gridCol w="1481682"/>
                <a:gridCol w="1481682"/>
              </a:tblGrid>
              <a:tr h="334851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概述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 dirty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系列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众支架</a:t>
                      </a:r>
                      <a:r>
                        <a:rPr lang="en-US" altLang="zh-CN" sz="1200" b="1" i="0" u="none" strike="noStrike" dirty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</a:t>
                      </a:r>
                      <a:r>
                        <a:rPr lang="en-US" sz="1200" b="1" i="0" u="none" strike="noStrike" dirty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众支架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</a:t>
                      </a:r>
                      <a:r>
                        <a:rPr 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众支架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</a:t>
                      </a:r>
                      <a:r>
                        <a:rPr 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众支架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</a:t>
                      </a:r>
                      <a:r>
                        <a:rPr 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众支架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</a:t>
                      </a:r>
                      <a:r>
                        <a:rPr 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众支架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32556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MZ180-D2Z-14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MZ300-D4Z-14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MZ600-D7Z-14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MZ900-D11Z-14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MZ1000-D12Z-14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MZ1200-D14Z-14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 dirty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2W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3.5W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7W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10.5W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12W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14W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2938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光通量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 lm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350 lm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650 lm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 lm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 lm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1300 lm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06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光学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色温（</a:t>
                      </a:r>
                      <a:r>
                        <a:rPr 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CCT）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3000K、4000K、5700K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735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显色指数（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</a:t>
                      </a:r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Ra70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953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光束角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120°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34451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工作电压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220Vac±20%；50/60Hz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344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频闪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126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功率因数（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PF</a:t>
                      </a:r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442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防触电等级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Class Ⅱ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4422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防护等级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62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 dirty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规格</a:t>
                      </a:r>
                      <a:r>
                        <a:rPr lang="zh-CN" altLang="en-US" sz="1200" b="1" i="0" u="none" strike="noStrike" dirty="0" smtClean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尺寸 </a:t>
                      </a:r>
                      <a:r>
                        <a:rPr lang="en-US" altLang="zh-CN" sz="1200" b="1" i="0" u="none" strike="noStrike" dirty="0" smtClean="0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(mm)</a:t>
                      </a:r>
                      <a:endParaRPr lang="zh-CN" altLang="en-US" sz="12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180×24.1×34.9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310×24.1×34.9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570×24.1×34.9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870×24.1×34.9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1000×24.1×34.9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1170×24.1×34.9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37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卡扣式，吸顶，壁装，暗槽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1260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灯具寿命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15000hrs（L70/B50）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223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工作环境（</a:t>
                      </a:r>
                      <a:r>
                        <a:rPr lang="en-US" altLang="zh-CN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</a:t>
                      </a:r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-20~+40℃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4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安全认证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CCC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2237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使用场所</a:t>
                      </a:r>
                    </a:p>
                  </a:txBody>
                  <a:tcPr marL="9040" marR="9040" marT="9040" marB="0" anchor="ctr">
                    <a:lnL>
                      <a:noFill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5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建议安装高度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2.5~3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米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223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1" i="0" u="none" strike="noStrike">
                          <a:solidFill>
                            <a:srgbClr val="0046A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适用场所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灯槽、灯箱、商场、超市等</a:t>
                      </a:r>
                    </a:p>
                  </a:txBody>
                  <a:tcPr marL="9040" marR="9040" marT="9040" marB="0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05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"/>
          <p:cNvSpPr>
            <a:spLocks/>
          </p:cNvSpPr>
          <p:nvPr/>
        </p:nvSpPr>
        <p:spPr>
          <a:xfrm>
            <a:off x="576000" y="600001"/>
            <a:ext cx="11047073" cy="112870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defTabSz="457200">
              <a:lnSpc>
                <a:spcPts val="4000"/>
              </a:lnSpc>
            </a:pPr>
            <a:r>
              <a:rPr lang="zh-CN" altLang="en-US" sz="3200" b="1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订货信息</a:t>
            </a:r>
            <a:r>
              <a:rPr lang="zh-CN" altLang="en-US" sz="3200" b="1" dirty="0" smtClean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：</a:t>
            </a:r>
            <a:endParaRPr lang="zh-CN" altLang="en-US" sz="24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459798"/>
              </p:ext>
            </p:extLst>
          </p:nvPr>
        </p:nvGraphicFramePr>
        <p:xfrm>
          <a:off x="576263" y="1339410"/>
          <a:ext cx="11039474" cy="4574940"/>
        </p:xfrm>
        <a:graphic>
          <a:graphicData uri="http://schemas.openxmlformats.org/drawingml/2006/table">
            <a:tbl>
              <a:tblPr/>
              <a:tblGrid>
                <a:gridCol w="879476"/>
                <a:gridCol w="2116879"/>
                <a:gridCol w="388605"/>
                <a:gridCol w="421842"/>
                <a:gridCol w="490871"/>
                <a:gridCol w="398833"/>
                <a:gridCol w="391162"/>
                <a:gridCol w="490871"/>
                <a:gridCol w="490871"/>
                <a:gridCol w="490871"/>
                <a:gridCol w="490871"/>
                <a:gridCol w="552229"/>
                <a:gridCol w="552229"/>
                <a:gridCol w="940835"/>
                <a:gridCol w="787438"/>
                <a:gridCol w="654494"/>
                <a:gridCol w="501097"/>
              </a:tblGrid>
              <a:tr h="42360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物料代码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物料描述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光通量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lm)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系统光效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lm/W)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光束角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BatangChe"/>
                          <a:ea typeface="微软雅黑" panose="020B0503020204020204" pitchFamily="34" charset="-122"/>
                        </a:rPr>
                        <a:t>˚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防护等级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功率因素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PF)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显色指数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输入电压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Vin)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寿命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Hrs)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工作温度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产品外形尺寸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(mm)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灯体材料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装箱数量</a:t>
                      </a:r>
                      <a:b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Pcs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503002016700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W-180mm-730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8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卡扣式</a:t>
                      </a: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吸顶、壁装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503002016800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W-180mm-740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503002016900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W-180mm-757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503002017000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W-300mm-730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503002017100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W-300mm-740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503002017200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W-300mm-757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503002017300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W-600mm-730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503002017400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W-600mm-740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503002017500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W-600mm-757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503002017600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W-900mm-730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503002017700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W-900mm-740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503002017800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W-900mm-757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503002017900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W-1000mm-730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503002018000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W-1000mm-740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503002018100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W-1000mm-757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503002018200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W-1200mm-730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503002018300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W-1200mm-740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503002018400 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W-1200mm-757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1300lm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 ~ +40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1170×24.1×34.9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一体化全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070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140050983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单头连线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二插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)-LED-T5-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母插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明易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成品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电源线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140050984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公母插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-LED-T5-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两孔转两孔连接线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明易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成品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公母连接线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7673" marR="7673" marT="76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47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56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MP.EXIST" val=" 5"/>
  <p:tag name="COLORSETCLASSNAME" val="ColorSet1"/>
  <p:tag name="COLORS" val="-2;-2;-2;-2;-1;-2"/>
</p:tagLst>
</file>

<file path=ppt/theme/theme1.xml><?xml version="1.0" encoding="utf-8"?>
<a:theme xmlns:a="http://schemas.openxmlformats.org/drawingml/2006/main" name="Opple">
  <a:themeElements>
    <a:clrScheme name="自定义 1">
      <a:dk1>
        <a:srgbClr val="0046AA"/>
      </a:dk1>
      <a:lt1>
        <a:sysClr val="window" lastClr="FFFFFF"/>
      </a:lt1>
      <a:dk2>
        <a:srgbClr val="1F497D"/>
      </a:dk2>
      <a:lt2>
        <a:srgbClr val="EEECE1"/>
      </a:lt2>
      <a:accent1>
        <a:srgbClr val="0046A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pple" id="{41CA3538-D0F2-4873-B05B-4F383363B3F9}" vid="{D443CCD8-9E51-478F-9F74-3BDFC8B45A6B}"/>
    </a:ext>
  </a:extLst>
</a:theme>
</file>

<file path=ppt/theme/theme2.xml><?xml version="1.0" encoding="utf-8"?>
<a:theme xmlns:a="http://schemas.openxmlformats.org/drawingml/2006/main" name="OPPLE PPT模板07-10版本">
  <a:themeElements>
    <a:clrScheme name="OPPLE PPT套色1">
      <a:dk1>
        <a:srgbClr val="000000"/>
      </a:dk1>
      <a:lt1>
        <a:srgbClr val="FFFFFF"/>
      </a:lt1>
      <a:dk2>
        <a:srgbClr val="0046AA"/>
      </a:dk2>
      <a:lt2>
        <a:srgbClr val="E1F0FF"/>
      </a:lt2>
      <a:accent1>
        <a:srgbClr val="0051A2"/>
      </a:accent1>
      <a:accent2>
        <a:srgbClr val="11AAFF"/>
      </a:accent2>
      <a:accent3>
        <a:srgbClr val="AFD67C"/>
      </a:accent3>
      <a:accent4>
        <a:srgbClr val="FF6600"/>
      </a:accent4>
      <a:accent5>
        <a:srgbClr val="FFC000"/>
      </a:accent5>
      <a:accent6>
        <a:srgbClr val="F973AC"/>
      </a:accent6>
      <a:hlink>
        <a:srgbClr val="2BA8CB"/>
      </a:hlink>
      <a:folHlink>
        <a:srgbClr val="B7250D"/>
      </a:folHlink>
    </a:clrScheme>
    <a:fontScheme name="OPPLE PPT 字体1">
      <a:majorFont>
        <a:latin typeface="Arial"/>
        <a:ea typeface="黑体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PPLE PPT模板07-10版本">
  <a:themeElements>
    <a:clrScheme name="OPPLE PPT套色1">
      <a:dk1>
        <a:srgbClr val="000000"/>
      </a:dk1>
      <a:lt1>
        <a:srgbClr val="FFFFFF"/>
      </a:lt1>
      <a:dk2>
        <a:srgbClr val="0046AA"/>
      </a:dk2>
      <a:lt2>
        <a:srgbClr val="E1F0FF"/>
      </a:lt2>
      <a:accent1>
        <a:srgbClr val="0051A2"/>
      </a:accent1>
      <a:accent2>
        <a:srgbClr val="11AAFF"/>
      </a:accent2>
      <a:accent3>
        <a:srgbClr val="AFD67C"/>
      </a:accent3>
      <a:accent4>
        <a:srgbClr val="FF6600"/>
      </a:accent4>
      <a:accent5>
        <a:srgbClr val="FFC000"/>
      </a:accent5>
      <a:accent6>
        <a:srgbClr val="F973AC"/>
      </a:accent6>
      <a:hlink>
        <a:srgbClr val="2BA8CB"/>
      </a:hlink>
      <a:folHlink>
        <a:srgbClr val="B7250D"/>
      </a:folHlink>
    </a:clrScheme>
    <a:fontScheme name="OPPLE PPT 字体1">
      <a:majorFont>
        <a:latin typeface="Arial"/>
        <a:ea typeface="黑体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B_PPT">
  <a:themeElements>
    <a:clrScheme name="Opple Theme 20140725">
      <a:dk1>
        <a:srgbClr val="000000"/>
      </a:dk1>
      <a:lt1>
        <a:srgbClr val="FFFFFF"/>
      </a:lt1>
      <a:dk2>
        <a:srgbClr val="5A5A5A"/>
      </a:dk2>
      <a:lt2>
        <a:srgbClr val="D2D2D2"/>
      </a:lt2>
      <a:accent1>
        <a:srgbClr val="0046AA"/>
      </a:accent1>
      <a:accent2>
        <a:srgbClr val="8986CA"/>
      </a:accent2>
      <a:accent3>
        <a:srgbClr val="59CBE8"/>
      </a:accent3>
      <a:accent4>
        <a:srgbClr val="2CE7C4"/>
      </a:accent4>
      <a:accent5>
        <a:srgbClr val="26D07C"/>
      </a:accent5>
      <a:accent6>
        <a:srgbClr val="E0E721"/>
      </a:accent6>
      <a:hlink>
        <a:srgbClr val="0046AA"/>
      </a:hlink>
      <a:folHlink>
        <a:srgbClr val="0046AA"/>
      </a:folHlink>
    </a:clrScheme>
    <a:fontScheme name="OPPO ARIAL">
      <a:majorFont>
        <a:latin typeface="Arial"/>
        <a:ea typeface="方正兰亭纤黑_zxl1103"/>
        <a:cs typeface=""/>
      </a:majorFont>
      <a:minorFont>
        <a:latin typeface="Arial"/>
        <a:ea typeface="方正兰亭黑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mpd="sng"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2200"/>
          </a:lnSpc>
          <a:defRPr sz="1600" dirty="0" err="1" smtClean="0"/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主题">
  <a:themeElements>
    <a:clrScheme name="Office 主题">
      <a:dk1>
        <a:srgbClr val="0046AA"/>
      </a:dk1>
      <a:lt1>
        <a:srgbClr val="FFFFFF"/>
      </a:lt1>
      <a:dk2>
        <a:srgbClr val="1F497D"/>
      </a:dk2>
      <a:lt2>
        <a:srgbClr val="EEECE1"/>
      </a:lt2>
      <a:accent1>
        <a:srgbClr val="0046A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主题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LAB_PPT">
  <a:themeElements>
    <a:clrScheme name="Opple Theme 20140725">
      <a:dk1>
        <a:srgbClr val="000000"/>
      </a:dk1>
      <a:lt1>
        <a:srgbClr val="FFFFFF"/>
      </a:lt1>
      <a:dk2>
        <a:srgbClr val="5A5A5A"/>
      </a:dk2>
      <a:lt2>
        <a:srgbClr val="D2D2D2"/>
      </a:lt2>
      <a:accent1>
        <a:srgbClr val="0046AA"/>
      </a:accent1>
      <a:accent2>
        <a:srgbClr val="8986CA"/>
      </a:accent2>
      <a:accent3>
        <a:srgbClr val="59CBE8"/>
      </a:accent3>
      <a:accent4>
        <a:srgbClr val="2CE7C4"/>
      </a:accent4>
      <a:accent5>
        <a:srgbClr val="26D07C"/>
      </a:accent5>
      <a:accent6>
        <a:srgbClr val="E0E721"/>
      </a:accent6>
      <a:hlink>
        <a:srgbClr val="0046AA"/>
      </a:hlink>
      <a:folHlink>
        <a:srgbClr val="0046AA"/>
      </a:folHlink>
    </a:clrScheme>
    <a:fontScheme name="OPPO ARIAL">
      <a:majorFont>
        <a:latin typeface="Arial"/>
        <a:ea typeface="方正兰亭纤黑_zxl1103"/>
        <a:cs typeface=""/>
      </a:majorFont>
      <a:minorFont>
        <a:latin typeface="Arial"/>
        <a:ea typeface="方正兰亭黑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mpd="sng"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2200"/>
          </a:lnSpc>
          <a:defRPr sz="1600" dirty="0" err="1" smtClean="0"/>
        </a:defPPr>
      </a:lstStyle>
    </a:txDef>
  </a:objectDefaults>
  <a:extraClrSchemeLst/>
</a:theme>
</file>

<file path=ppt/theme/theme7.xml><?xml version="1.0" encoding="utf-8"?>
<a:theme xmlns:a="http://schemas.openxmlformats.org/drawingml/2006/main" name="2_LAB_PPT">
  <a:themeElements>
    <a:clrScheme name="Opple Theme 20140725">
      <a:dk1>
        <a:srgbClr val="000000"/>
      </a:dk1>
      <a:lt1>
        <a:srgbClr val="FFFFFF"/>
      </a:lt1>
      <a:dk2>
        <a:srgbClr val="5A5A5A"/>
      </a:dk2>
      <a:lt2>
        <a:srgbClr val="D2D2D2"/>
      </a:lt2>
      <a:accent1>
        <a:srgbClr val="0046AA"/>
      </a:accent1>
      <a:accent2>
        <a:srgbClr val="8986CA"/>
      </a:accent2>
      <a:accent3>
        <a:srgbClr val="59CBE8"/>
      </a:accent3>
      <a:accent4>
        <a:srgbClr val="2CE7C4"/>
      </a:accent4>
      <a:accent5>
        <a:srgbClr val="26D07C"/>
      </a:accent5>
      <a:accent6>
        <a:srgbClr val="E0E721"/>
      </a:accent6>
      <a:hlink>
        <a:srgbClr val="0046AA"/>
      </a:hlink>
      <a:folHlink>
        <a:srgbClr val="0046AA"/>
      </a:folHlink>
    </a:clrScheme>
    <a:fontScheme name="OPPO ARIAL">
      <a:majorFont>
        <a:latin typeface="Arial"/>
        <a:ea typeface="方正兰亭纤黑_zxl1103"/>
        <a:cs typeface=""/>
      </a:majorFont>
      <a:minorFont>
        <a:latin typeface="Arial"/>
        <a:ea typeface="方正兰亭黑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mpd="sng"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2200"/>
          </a:lnSpc>
          <a:defRPr sz="1600" dirty="0" err="1" smtClean="0"/>
        </a:defPPr>
      </a:lstStyle>
    </a:txDef>
  </a:objectDefaults>
  <a:extraClrSchemeLst/>
</a:theme>
</file>

<file path=ppt/theme/theme8.xml><?xml version="1.0" encoding="utf-8"?>
<a:theme xmlns:a="http://schemas.openxmlformats.org/drawingml/2006/main" name="3_LAB_PPT">
  <a:themeElements>
    <a:clrScheme name="Opple Theme 20140725">
      <a:dk1>
        <a:srgbClr val="000000"/>
      </a:dk1>
      <a:lt1>
        <a:srgbClr val="FFFFFF"/>
      </a:lt1>
      <a:dk2>
        <a:srgbClr val="5A5A5A"/>
      </a:dk2>
      <a:lt2>
        <a:srgbClr val="D2D2D2"/>
      </a:lt2>
      <a:accent1>
        <a:srgbClr val="0046AA"/>
      </a:accent1>
      <a:accent2>
        <a:srgbClr val="8986CA"/>
      </a:accent2>
      <a:accent3>
        <a:srgbClr val="59CBE8"/>
      </a:accent3>
      <a:accent4>
        <a:srgbClr val="2CE7C4"/>
      </a:accent4>
      <a:accent5>
        <a:srgbClr val="26D07C"/>
      </a:accent5>
      <a:accent6>
        <a:srgbClr val="E0E721"/>
      </a:accent6>
      <a:hlink>
        <a:srgbClr val="0046AA"/>
      </a:hlink>
      <a:folHlink>
        <a:srgbClr val="0046AA"/>
      </a:folHlink>
    </a:clrScheme>
    <a:fontScheme name="OPPO ARIAL">
      <a:majorFont>
        <a:latin typeface="Arial"/>
        <a:ea typeface="方正兰亭纤黑_zxl1103"/>
        <a:cs typeface=""/>
      </a:majorFont>
      <a:minorFont>
        <a:latin typeface="Arial"/>
        <a:ea typeface="方正兰亭黑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mpd="sng"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2200"/>
          </a:lnSpc>
          <a:defRPr sz="1600" dirty="0" err="1" smtClean="0"/>
        </a:defPPr>
      </a:lstStyle>
    </a:txDef>
  </a:objectDefaults>
  <a:extraClrSchemeLst/>
</a:theme>
</file>

<file path=ppt/theme/theme9.xml><?xml version="1.0" encoding="utf-8"?>
<a:theme xmlns:a="http://schemas.openxmlformats.org/drawingml/2006/main" name="1_Office 主题">
  <a:themeElements>
    <a:clrScheme name="Office 主题">
      <a:dk1>
        <a:srgbClr val="0046AA"/>
      </a:dk1>
      <a:lt1>
        <a:srgbClr val="FFFFFF"/>
      </a:lt1>
      <a:dk2>
        <a:srgbClr val="1F497D"/>
      </a:dk2>
      <a:lt2>
        <a:srgbClr val="EEECE1"/>
      </a:lt2>
      <a:accent1>
        <a:srgbClr val="0046A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主题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cheme1">
    <a:dk1>
      <a:srgbClr val="0046AA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Opple</Template>
  <TotalTime>3304</TotalTime>
  <Words>1252</Words>
  <Application>Microsoft Office PowerPoint</Application>
  <PresentationFormat>宽屏</PresentationFormat>
  <Paragraphs>539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12</vt:i4>
      </vt:variant>
    </vt:vector>
  </HeadingPairs>
  <TitlesOfParts>
    <vt:vector size="39" baseType="lpstr">
      <vt:lpstr>BatangChe</vt:lpstr>
      <vt:lpstr>Fedra Sans Std Light</vt:lpstr>
      <vt:lpstr>Lantinghei SC Heavy</vt:lpstr>
      <vt:lpstr>Whitney-Bold</vt:lpstr>
      <vt:lpstr>Whitney-Book</vt:lpstr>
      <vt:lpstr>Whitney-BookSC</vt:lpstr>
      <vt:lpstr>Whitney-Light</vt:lpstr>
      <vt:lpstr>Whitney-Semibold</vt:lpstr>
      <vt:lpstr>方正兰亭黑_GBK</vt:lpstr>
      <vt:lpstr>方正兰亭黑简体</vt:lpstr>
      <vt:lpstr>方正兰亭纤黑_zxl1103</vt:lpstr>
      <vt:lpstr>方正兰亭准黑简体</vt:lpstr>
      <vt:lpstr>宋体</vt:lpstr>
      <vt:lpstr>微软雅黑</vt:lpstr>
      <vt:lpstr>Arial</vt:lpstr>
      <vt:lpstr>Calibri</vt:lpstr>
      <vt:lpstr>Times New Roman</vt:lpstr>
      <vt:lpstr>Wingdings</vt:lpstr>
      <vt:lpstr>Opple</vt:lpstr>
      <vt:lpstr>OPPLE PPT模板07-10版本</vt:lpstr>
      <vt:lpstr>1_OPPLE PPT模板07-10版本</vt:lpstr>
      <vt:lpstr>LAB_PPT</vt:lpstr>
      <vt:lpstr>Office 主题</vt:lpstr>
      <vt:lpstr>1_LAB_PPT</vt:lpstr>
      <vt:lpstr>2_LAB_PPT</vt:lpstr>
      <vt:lpstr>3_LAB_PPT</vt:lpstr>
      <vt:lpstr>1_Office 主题</vt:lpstr>
      <vt:lpstr>PowerPoint 演示文稿</vt:lpstr>
      <vt:lpstr>产品定位：明亮舒适，无影连接，极致性价比产品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沈强</dc:creator>
  <cp:lastModifiedBy>Beck He(何国明)</cp:lastModifiedBy>
  <cp:revision>283</cp:revision>
  <dcterms:created xsi:type="dcterms:W3CDTF">2015-05-21T12:55:23Z</dcterms:created>
  <dcterms:modified xsi:type="dcterms:W3CDTF">2019-04-21T14:29:46Z</dcterms:modified>
</cp:coreProperties>
</file>