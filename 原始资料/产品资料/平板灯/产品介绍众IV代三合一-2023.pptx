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70" r:id="rId3"/>
    <p:sldId id="258" r:id="rId4"/>
    <p:sldId id="256" r:id="rId5"/>
    <p:sldId id="271" r:id="rId6"/>
    <p:sldId id="266" r:id="rId7"/>
    <p:sldId id="272" r:id="rId8"/>
    <p:sldId id="2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BCDA"/>
    <a:srgbClr val="DFF4FB"/>
    <a:srgbClr val="6EADD8"/>
    <a:srgbClr val="3D729F"/>
    <a:srgbClr val="5598C6"/>
    <a:srgbClr val="2F5597"/>
    <a:srgbClr val="0046AA"/>
    <a:srgbClr val="1C0D8B"/>
    <a:srgbClr val="D2D2D2"/>
    <a:srgbClr val="DC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84416" autoAdjust="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CE137-FAA8-4A73-A9E4-C037E0CB2605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2EA0C-8AF2-4E44-AE43-0EF614237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91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2EA0C-8AF2-4E44-AE43-0EF6142370D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783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2EA0C-8AF2-4E44-AE43-0EF6142370D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44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17882-213A-4642-BD5C-101DFB7BA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D86CB3-2ADC-4CB6-84CF-631406B27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8706E3-4E59-4CC6-864E-ED2A093E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CA307D-FD6E-4203-8FB5-2547F046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48DBA-715A-434B-8B90-5C3DFCA8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29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4A108-BE9D-42AE-A919-83E68243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A0D08-CA62-4D85-8E60-6095E1306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783A5-5841-463E-B578-E504588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45B00-FA18-4443-9A06-D1F931A4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870BC-8A0D-4FD5-B987-90C93817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07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CB18A-38A5-4508-8F14-7498C162F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F126CD-BDEF-4C80-9968-41FC92D62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148CB-51E9-4044-A894-069FF7EB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ADBDDD-75EC-4D34-B5F7-3DBEF93E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79EE8-2AD8-4745-BA33-8E76D2E0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44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FAA70-FF18-4E00-AD06-AC90515E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9AA1D8-CC98-4DFF-97EF-952234589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E76C72-6EC9-47E0-86A1-9D988294C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DDC13F-3988-4CBB-BDF3-E43015A2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B55B2F-EFD0-4482-A112-2F79A360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F8B460-E61F-4DCA-95B1-A9D66AA2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1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23EB3-5A2F-40D1-957C-334A6324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3A86A4-987F-455E-8DA2-9DE6B07D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C5E31D-38D9-44A8-AF7A-F2E238C3C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F8F200-2029-4527-9088-5A5664ED2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BCEF84-E2C0-4D66-9E46-195151471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2AEA5E-1B36-4ADC-90B7-712DE410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00C8F0-C4A5-4ABB-933F-ACEBC8F5F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E4BF21-C752-4BD3-937B-4CD4FAC7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22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46B90-46E5-4E10-A9FC-42E8601F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53CADC-62CD-4A20-A52D-B3CE7693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C74CDB-CE40-48C6-A1FE-624CE17A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B3CCDB-62A9-4857-8730-1466F933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1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D85D5D-9341-4C27-9F04-5B3FE760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8497F0-CBC3-4CAF-BE81-1B7BD8C1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5AC26F-6CD9-4171-BE60-EBD5F290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48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8C664-3FF8-4485-AE5F-D0EC552B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056AC9-3139-492D-B2BF-7AA3EDD7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6F0B11-4465-4693-B302-C62F1163D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A39B2-A2F3-43AA-B0A7-4977E85A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157176-4529-4188-AAC4-D73CCA91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787B8C-9DA9-4379-BC38-6E92DD18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85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B25DF-BFE5-44FA-B396-446C336C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BCC362-D5C3-48FA-A0FD-E40685D81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AF40E1-3E01-4643-B0C9-AFFB2FEEB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D86F1A-E518-48A4-8208-E6EE6A2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34A658-3345-4525-A940-50C383F8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254F0D-067A-481C-9E93-0FA94178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16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8071F-31D0-48E6-942A-EB6727DB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5A61AA-4149-49EF-911C-3306A53D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9C53B-CB06-4762-8D48-403CB2AF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FE82-178E-48EE-AEF6-58CA46ED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5F2EEB-B05D-481E-A76C-35F629AB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DCDD5-F72A-42B4-BF0E-CE4BDF17C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A68AAD-6766-4895-BE51-4AA7D2204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AA00B9-E075-4FC9-8DF1-82C231DF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05264D-F924-4283-BB32-23533449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3DCA0-2D14-4A76-A297-2F2F1D64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7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EE1F2B7-06FA-0743-A609-712684D8E0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57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49454D-A53D-4532-875F-956E7769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2BAA5B-2948-4BE8-8F38-B169CD33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D6C4D-E4E6-4AC9-8E20-228E3029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D2643-A7F6-43E5-BB12-D1F42E3CD5A3}" type="datetimeFigureOut">
              <a:rPr lang="zh-CN" altLang="en-US" smtClean="0"/>
              <a:t>2023/9/18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8A367-95C2-4CC1-B651-292DF6B76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DF252-74B7-4C21-ACA8-BDE8E33EC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A0671-BE3B-49BB-B43B-F1AC26C8E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13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A22D847-502B-FA40-BC5F-AB82A4D60A39}"/>
              </a:ext>
            </a:extLst>
          </p:cNvPr>
          <p:cNvSpPr/>
          <p:nvPr/>
        </p:nvSpPr>
        <p:spPr>
          <a:xfrm>
            <a:off x="1618133" y="1751822"/>
            <a:ext cx="51656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cap="all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Arial" pitchFamily="34" charset="0"/>
              </a:rPr>
              <a:t>LED</a:t>
            </a:r>
            <a:r>
              <a:rPr lang="zh-CN" altLang="en-US" sz="3200" cap="all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Arial" pitchFamily="34" charset="0"/>
              </a:rPr>
              <a:t>直下厨卫灯</a:t>
            </a:r>
            <a:endParaRPr lang="en-US" altLang="zh-CN" sz="3200" cap="all" dirty="0">
              <a:solidFill>
                <a:srgbClr val="303030"/>
              </a:solidFill>
              <a:latin typeface="FZLanTingHeiS-EL-GB" panose="03000509000000000000" pitchFamily="66" charset="-122"/>
              <a:ea typeface="FZLanTingHeiS-EL-GB" panose="03000509000000000000" pitchFamily="66" charset="-122"/>
              <a:cs typeface="Arial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717E76-4136-CA40-A2EE-F06C62E3A8E0}"/>
              </a:ext>
            </a:extLst>
          </p:cNvPr>
          <p:cNvSpPr/>
          <p:nvPr/>
        </p:nvSpPr>
        <p:spPr>
          <a:xfrm>
            <a:off x="777093" y="3240441"/>
            <a:ext cx="68476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cap="all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Arial" pitchFamily="34" charset="0"/>
              </a:rPr>
              <a:t>众</a:t>
            </a:r>
            <a:r>
              <a:rPr lang="en-US" altLang="zh-CN" sz="3200" cap="all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Arial" pitchFamily="34" charset="0"/>
              </a:rPr>
              <a:t>IV</a:t>
            </a:r>
            <a:r>
              <a:rPr lang="zh-CN" altLang="en-US" sz="3200" cap="all" dirty="0">
                <a:solidFill>
                  <a:srgbClr val="303030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  <a:cs typeface="Arial" pitchFamily="34" charset="0"/>
              </a:rPr>
              <a:t>三合一厨卫灯产品介绍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C2F6048-B53D-B943-A40A-4F53ADA43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2" y="333229"/>
            <a:ext cx="1214278" cy="5147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5B0E2CF-47D2-4114-9667-23A4B344C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218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9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B91B9E-9C2C-4676-AE43-8E062322FE39}"/>
              </a:ext>
            </a:extLst>
          </p:cNvPr>
          <p:cNvSpPr/>
          <p:nvPr/>
        </p:nvSpPr>
        <p:spPr>
          <a:xfrm>
            <a:off x="368310" y="2079304"/>
            <a:ext cx="6771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69" hangingPunct="0">
              <a:defRPr/>
            </a:pPr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应用场所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F0E38AA-D449-4B3C-8A4C-8BF4F8FA6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98" y="681843"/>
            <a:ext cx="8508647" cy="54943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44012D0-6B6A-4016-827E-6E8CF2AEC4EA}"/>
              </a:ext>
            </a:extLst>
          </p:cNvPr>
          <p:cNvSpPr txBox="1"/>
          <p:nvPr/>
        </p:nvSpPr>
        <p:spPr>
          <a:xfrm>
            <a:off x="1705154" y="761999"/>
            <a:ext cx="677108" cy="56924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厨房、卫生间、阳台、办公等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0038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B91B9E-9C2C-4676-AE43-8E062322FE39}"/>
              </a:ext>
            </a:extLst>
          </p:cNvPr>
          <p:cNvSpPr/>
          <p:nvPr/>
        </p:nvSpPr>
        <p:spPr>
          <a:xfrm>
            <a:off x="-1" y="0"/>
            <a:ext cx="7513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69" hangingPunct="0">
              <a:defRPr/>
            </a:pPr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核心价值主张：明亮好光更均匀</a:t>
            </a:r>
          </a:p>
        </p:txBody>
      </p:sp>
      <p:sp>
        <p:nvSpPr>
          <p:cNvPr id="10" name="圆角矩形 30">
            <a:extLst>
              <a:ext uri="{FF2B5EF4-FFF2-40B4-BE49-F238E27FC236}">
                <a16:creationId xmlns:a16="http://schemas.microsoft.com/office/drawing/2014/main" id="{BC1C4E42-6D59-42D0-9598-0139DD1CD65F}"/>
              </a:ext>
            </a:extLst>
          </p:cNvPr>
          <p:cNvSpPr/>
          <p:nvPr/>
        </p:nvSpPr>
        <p:spPr>
          <a:xfrm>
            <a:off x="6929020" y="1815548"/>
            <a:ext cx="5262980" cy="36166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高显指还原家居色彩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专业光学透镜，出光均匀无暗区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亮度提升更节能，省电省心更环保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DB162B2-5C62-412E-98C3-76E8F3BFD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4" y="1204501"/>
            <a:ext cx="6565226" cy="4440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5832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8F7FF9-50E8-42FB-8E11-3D721414D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4" y="1153484"/>
            <a:ext cx="7330790" cy="4887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CFBF250-550B-4AB6-9C86-4DB6544762CF}"/>
              </a:ext>
            </a:extLst>
          </p:cNvPr>
          <p:cNvSpPr/>
          <p:nvPr/>
        </p:nvSpPr>
        <p:spPr>
          <a:xfrm>
            <a:off x="205185" y="57188"/>
            <a:ext cx="59298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69" hangingPunct="0">
              <a:defRPr/>
            </a:pPr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核心价值主张：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金属散热强度高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30">
            <a:extLst>
              <a:ext uri="{FF2B5EF4-FFF2-40B4-BE49-F238E27FC236}">
                <a16:creationId xmlns:a16="http://schemas.microsoft.com/office/drawing/2014/main" id="{B7A113CA-A6B5-4604-9DD2-7F66E254CEBF}"/>
              </a:ext>
            </a:extLst>
          </p:cNvPr>
          <p:cNvSpPr/>
          <p:nvPr/>
        </p:nvSpPr>
        <p:spPr>
          <a:xfrm>
            <a:off x="6929020" y="1514678"/>
            <a:ext cx="5262980" cy="36166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金属底盘散热好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一体冲压强度高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灯体密封性好，防虫防尘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83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CFBF250-550B-4AB6-9C86-4DB6544762CF}"/>
              </a:ext>
            </a:extLst>
          </p:cNvPr>
          <p:cNvSpPr/>
          <p:nvPr/>
        </p:nvSpPr>
        <p:spPr>
          <a:xfrm>
            <a:off x="0" y="57188"/>
            <a:ext cx="63401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69" hangingPunct="0">
              <a:defRPr/>
            </a:pPr>
            <a:r>
              <a:rPr lang="zh-CN" altLang="en-US" sz="32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核心价值主张：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三合一安装更便捷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8D604D-8501-46DF-9EE4-1F14C1C1E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3" y="1437859"/>
            <a:ext cx="5352754" cy="5352754"/>
          </a:xfrm>
          <a:prstGeom prst="rect">
            <a:avLst/>
          </a:prstGeom>
        </p:spPr>
      </p:pic>
      <p:sp>
        <p:nvSpPr>
          <p:cNvPr id="7" name="圆角矩形 30">
            <a:extLst>
              <a:ext uri="{FF2B5EF4-FFF2-40B4-BE49-F238E27FC236}">
                <a16:creationId xmlns:a16="http://schemas.microsoft.com/office/drawing/2014/main" id="{DD05DB15-07FB-496D-B48B-C40611A8D95F}"/>
              </a:ext>
            </a:extLst>
          </p:cNvPr>
          <p:cNvSpPr/>
          <p:nvPr/>
        </p:nvSpPr>
        <p:spPr>
          <a:xfrm>
            <a:off x="6703734" y="1620696"/>
            <a:ext cx="5262980" cy="36166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30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一体冲压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底盘散热好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优质铝材边框强度高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三合一安装更便捷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08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AC504B9-4B56-4944-8D55-6F4B90775CE7}"/>
              </a:ext>
            </a:extLst>
          </p:cNvPr>
          <p:cNvSpPr txBox="1">
            <a:spLocks/>
          </p:cNvSpPr>
          <p:nvPr/>
        </p:nvSpPr>
        <p:spPr>
          <a:xfrm>
            <a:off x="257477" y="-138953"/>
            <a:ext cx="29535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9DAC0F-84A4-4DC3-BF0B-5C7857C9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69" y="1029529"/>
            <a:ext cx="3305175" cy="2705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F8D48D-B8FF-4E75-B430-8A17A91EB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774" y="1029529"/>
            <a:ext cx="3324225" cy="26860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4A71C54-D975-4D74-938A-5893C63CD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669" y="4023484"/>
            <a:ext cx="3267075" cy="26765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DF00777-221E-4859-8B6E-0AEDC9127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774" y="4052059"/>
            <a:ext cx="32956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7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AC504B9-4B56-4944-8D55-6F4B90775CE7}"/>
              </a:ext>
            </a:extLst>
          </p:cNvPr>
          <p:cNvSpPr txBox="1">
            <a:spLocks/>
          </p:cNvSpPr>
          <p:nvPr/>
        </p:nvSpPr>
        <p:spPr>
          <a:xfrm>
            <a:off x="257477" y="-138953"/>
            <a:ext cx="29535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产品明细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B7A091-8EE7-4C1D-B6FF-5EEF5A4C1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101567"/>
              </p:ext>
            </p:extLst>
          </p:nvPr>
        </p:nvGraphicFramePr>
        <p:xfrm>
          <a:off x="712334" y="1710082"/>
          <a:ext cx="11254379" cy="3657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0822">
                  <a:extLst>
                    <a:ext uri="{9D8B030D-6E8A-4147-A177-3AD203B41FA5}">
                      <a16:colId xmlns:a16="http://schemas.microsoft.com/office/drawing/2014/main" val="1402710337"/>
                    </a:ext>
                  </a:extLst>
                </a:gridCol>
                <a:gridCol w="2218114">
                  <a:extLst>
                    <a:ext uri="{9D8B030D-6E8A-4147-A177-3AD203B41FA5}">
                      <a16:colId xmlns:a16="http://schemas.microsoft.com/office/drawing/2014/main" val="3477246901"/>
                    </a:ext>
                  </a:extLst>
                </a:gridCol>
                <a:gridCol w="5287030">
                  <a:extLst>
                    <a:ext uri="{9D8B030D-6E8A-4147-A177-3AD203B41FA5}">
                      <a16:colId xmlns:a16="http://schemas.microsoft.com/office/drawing/2014/main" val="3561262975"/>
                    </a:ext>
                  </a:extLst>
                </a:gridCol>
                <a:gridCol w="1988413">
                  <a:extLst>
                    <a:ext uri="{9D8B030D-6E8A-4147-A177-3AD203B41FA5}">
                      <a16:colId xmlns:a16="http://schemas.microsoft.com/office/drawing/2014/main" val="1249527554"/>
                    </a:ext>
                  </a:extLst>
                </a:gridCol>
              </a:tblGrid>
              <a:tr h="83536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图片</a:t>
                      </a:r>
                      <a:endParaRPr lang="zh-CN" altLang="en-US" sz="18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物料代码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物料描述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型号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9846422"/>
                  </a:ext>
                </a:extLst>
              </a:tr>
              <a:tr h="705420">
                <a:tc rowSpan="4"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>
                          <a:effectLst/>
                        </a:rPr>
                        <a:t>　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524000002300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MQ3030-D18-02-</a:t>
                      </a:r>
                      <a:r>
                        <a:rPr lang="zh-CN" altLang="en-US" sz="1800" u="none" strike="noStrike">
                          <a:effectLst/>
                        </a:rPr>
                        <a:t>众</a:t>
                      </a:r>
                      <a:r>
                        <a:rPr lang="en-US" altLang="zh-CN" sz="1800" u="none" strike="noStrike">
                          <a:effectLst/>
                        </a:rPr>
                        <a:t>Ⅳ</a:t>
                      </a:r>
                      <a:r>
                        <a:rPr lang="zh-CN" altLang="en-US" sz="1800" u="none" strike="noStrike">
                          <a:effectLst/>
                        </a:rPr>
                        <a:t>直下灯盘</a:t>
                      </a:r>
                      <a:r>
                        <a:rPr lang="en-US" altLang="zh-CN" sz="1800" u="none" strike="noStrike">
                          <a:effectLst/>
                        </a:rPr>
                        <a:t>3030-18</a:t>
                      </a:r>
                      <a:r>
                        <a:rPr lang="en-US" sz="1800" u="none" strike="noStrike">
                          <a:effectLst/>
                        </a:rPr>
                        <a:t>W-4000K-</a:t>
                      </a:r>
                      <a:r>
                        <a:rPr lang="zh-CN" altLang="en-US" sz="1800" u="none" strike="noStrike">
                          <a:effectLst/>
                        </a:rPr>
                        <a:t>白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zh-CN" altLang="en-US" sz="1800" u="none" strike="noStrike">
                          <a:effectLst/>
                        </a:rPr>
                        <a:t>三合一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MQ3030-D18-02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2624799"/>
                  </a:ext>
                </a:extLst>
              </a:tr>
              <a:tr h="7054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524000002400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MQ3030-D18-02-</a:t>
                      </a:r>
                      <a:r>
                        <a:rPr lang="zh-CN" altLang="en-US" sz="1800" u="none" strike="noStrike">
                          <a:effectLst/>
                        </a:rPr>
                        <a:t>众</a:t>
                      </a:r>
                      <a:r>
                        <a:rPr lang="en-US" altLang="zh-CN" sz="1800" u="none" strike="noStrike">
                          <a:effectLst/>
                        </a:rPr>
                        <a:t>Ⅳ</a:t>
                      </a:r>
                      <a:r>
                        <a:rPr lang="zh-CN" altLang="en-US" sz="1800" u="none" strike="noStrike">
                          <a:effectLst/>
                        </a:rPr>
                        <a:t>直下灯盘</a:t>
                      </a:r>
                      <a:r>
                        <a:rPr lang="en-US" altLang="zh-CN" sz="1800" u="none" strike="noStrike">
                          <a:effectLst/>
                        </a:rPr>
                        <a:t>3030-18</a:t>
                      </a:r>
                      <a:r>
                        <a:rPr lang="en-US" sz="1800" u="none" strike="noStrike">
                          <a:effectLst/>
                        </a:rPr>
                        <a:t>W-5700K-</a:t>
                      </a:r>
                      <a:r>
                        <a:rPr lang="zh-CN" altLang="en-US" sz="1800" u="none" strike="noStrike">
                          <a:effectLst/>
                        </a:rPr>
                        <a:t>白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zh-CN" altLang="en-US" sz="1800" u="none" strike="noStrike">
                          <a:effectLst/>
                        </a:rPr>
                        <a:t>三合一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MQ3030-D18-02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9224016"/>
                  </a:ext>
                </a:extLst>
              </a:tr>
              <a:tr h="7054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524000002500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LDP0102405B840-</a:t>
                      </a:r>
                      <a:r>
                        <a:rPr lang="zh-CN" altLang="en-US" sz="1800" u="none" strike="noStrike">
                          <a:effectLst/>
                        </a:rPr>
                        <a:t>众</a:t>
                      </a:r>
                      <a:r>
                        <a:rPr lang="en-US" altLang="zh-CN" sz="1800" u="none" strike="noStrike">
                          <a:effectLst/>
                        </a:rPr>
                        <a:t>Ⅳ</a:t>
                      </a:r>
                      <a:r>
                        <a:rPr lang="zh-CN" altLang="en-US" sz="1800" u="none" strike="noStrike">
                          <a:effectLst/>
                        </a:rPr>
                        <a:t>直下灯盘</a:t>
                      </a:r>
                      <a:r>
                        <a:rPr lang="en-US" altLang="zh-CN" sz="1800" u="none" strike="noStrike">
                          <a:effectLst/>
                        </a:rPr>
                        <a:t>3060-24</a:t>
                      </a:r>
                      <a:r>
                        <a:rPr lang="en-US" sz="1800" u="none" strike="noStrike">
                          <a:effectLst/>
                        </a:rPr>
                        <a:t>W-4000K-</a:t>
                      </a:r>
                      <a:r>
                        <a:rPr lang="zh-CN" altLang="en-US" sz="1800" u="none" strike="noStrike">
                          <a:effectLst/>
                        </a:rPr>
                        <a:t>白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zh-CN" altLang="en-US" sz="1800" u="none" strike="noStrike">
                          <a:effectLst/>
                        </a:rPr>
                        <a:t>三合一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LDP0102405B840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4330234"/>
                  </a:ext>
                </a:extLst>
              </a:tr>
              <a:tr h="7054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524000002600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LDP0102405B857-</a:t>
                      </a:r>
                      <a:r>
                        <a:rPr lang="zh-CN" altLang="en-US" sz="1800" u="none" strike="noStrike">
                          <a:effectLst/>
                        </a:rPr>
                        <a:t>众</a:t>
                      </a:r>
                      <a:r>
                        <a:rPr lang="en-US" altLang="zh-CN" sz="1800" u="none" strike="noStrike">
                          <a:effectLst/>
                        </a:rPr>
                        <a:t>Ⅳ</a:t>
                      </a:r>
                      <a:r>
                        <a:rPr lang="zh-CN" altLang="en-US" sz="1800" u="none" strike="noStrike">
                          <a:effectLst/>
                        </a:rPr>
                        <a:t>直下灯盘</a:t>
                      </a:r>
                      <a:r>
                        <a:rPr lang="en-US" altLang="zh-CN" sz="1800" u="none" strike="noStrike">
                          <a:effectLst/>
                        </a:rPr>
                        <a:t>3060-24</a:t>
                      </a:r>
                      <a:r>
                        <a:rPr lang="en-US" sz="1800" u="none" strike="noStrike">
                          <a:effectLst/>
                        </a:rPr>
                        <a:t>W-5700K-</a:t>
                      </a:r>
                      <a:r>
                        <a:rPr lang="zh-CN" altLang="en-US" sz="1800" u="none" strike="noStrike">
                          <a:effectLst/>
                        </a:rPr>
                        <a:t>白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zh-CN" altLang="en-US" sz="1800" u="none" strike="noStrike">
                          <a:effectLst/>
                        </a:rPr>
                        <a:t>三合一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LDP0102405B857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5728238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7FB18671-F4EF-4511-9D00-674E6897A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21" y="2954958"/>
            <a:ext cx="1499660" cy="124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3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建筑的摆设布局&#10;&#10;描述已自动生成">
            <a:extLst>
              <a:ext uri="{FF2B5EF4-FFF2-40B4-BE49-F238E27FC236}">
                <a16:creationId xmlns:a16="http://schemas.microsoft.com/office/drawing/2014/main" id="{397B2279-88DC-DD41-B7BE-25BF420B1E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1" t="17321"/>
          <a:stretch/>
        </p:blipFill>
        <p:spPr>
          <a:xfrm>
            <a:off x="0" y="0"/>
            <a:ext cx="9986839" cy="5527497"/>
          </a:xfrm>
          <a:prstGeom prst="rect">
            <a:avLst/>
          </a:prstGeom>
        </p:spPr>
      </p:pic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BFDF65E-E738-604B-8319-F5A9695DEB1E}"/>
              </a:ext>
            </a:extLst>
          </p:cNvPr>
          <p:cNvSpPr/>
          <p:nvPr/>
        </p:nvSpPr>
        <p:spPr>
          <a:xfrm>
            <a:off x="4890051" y="2981739"/>
            <a:ext cx="7354361" cy="3061252"/>
          </a:xfrm>
          <a:custGeom>
            <a:avLst/>
            <a:gdLst>
              <a:gd name="connsiteX0" fmla="*/ 0 w 8083826"/>
              <a:gd name="connsiteY0" fmla="*/ 3061252 h 3061252"/>
              <a:gd name="connsiteX1" fmla="*/ 765313 w 8083826"/>
              <a:gd name="connsiteY1" fmla="*/ 0 h 3061252"/>
              <a:gd name="connsiteX2" fmla="*/ 8083826 w 8083826"/>
              <a:gd name="connsiteY2" fmla="*/ 0 h 3061252"/>
              <a:gd name="connsiteX3" fmla="*/ 7318513 w 8083826"/>
              <a:gd name="connsiteY3" fmla="*/ 3061252 h 3061252"/>
              <a:gd name="connsiteX4" fmla="*/ 0 w 8083826"/>
              <a:gd name="connsiteY4" fmla="*/ 3061252 h 3061252"/>
              <a:gd name="connsiteX0" fmla="*/ 0 w 7354361"/>
              <a:gd name="connsiteY0" fmla="*/ 3061252 h 3061252"/>
              <a:gd name="connsiteX1" fmla="*/ 765313 w 7354361"/>
              <a:gd name="connsiteY1" fmla="*/ 0 h 3061252"/>
              <a:gd name="connsiteX2" fmla="*/ 7354361 w 7354361"/>
              <a:gd name="connsiteY2" fmla="*/ 20549 h 3061252"/>
              <a:gd name="connsiteX3" fmla="*/ 7318513 w 7354361"/>
              <a:gd name="connsiteY3" fmla="*/ 3061252 h 3061252"/>
              <a:gd name="connsiteX4" fmla="*/ 0 w 7354361"/>
              <a:gd name="connsiteY4" fmla="*/ 3061252 h 30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4361" h="3061252">
                <a:moveTo>
                  <a:pt x="0" y="3061252"/>
                </a:moveTo>
                <a:lnTo>
                  <a:pt x="765313" y="0"/>
                </a:lnTo>
                <a:lnTo>
                  <a:pt x="7354361" y="20549"/>
                </a:lnTo>
                <a:lnTo>
                  <a:pt x="7318513" y="3061252"/>
                </a:lnTo>
                <a:lnTo>
                  <a:pt x="0" y="3061252"/>
                </a:lnTo>
                <a:close/>
              </a:path>
            </a:pathLst>
          </a:custGeom>
          <a:solidFill>
            <a:srgbClr val="0046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09ADC3-76F9-0548-811D-148312441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21" y="4877323"/>
            <a:ext cx="5811046" cy="42981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902A234-7DC5-784E-9E57-9C52A46EF2CE}"/>
              </a:ext>
            </a:extLst>
          </p:cNvPr>
          <p:cNvSpPr/>
          <p:nvPr/>
        </p:nvSpPr>
        <p:spPr>
          <a:xfrm>
            <a:off x="8931965" y="3521869"/>
            <a:ext cx="30547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" altLang="zh-CN" sz="3200" dirty="0">
                <a:solidFill>
                  <a:schemeClr val="bg1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</a:rPr>
              <a:t>THANK YOU</a:t>
            </a:r>
            <a:endParaRPr lang="zh-CN" altLang="en-US" sz="3200" dirty="0">
              <a:latin typeface="FZLanTingHeiS-EL-GB" panose="03000509000000000000" pitchFamily="66" charset="-122"/>
              <a:ea typeface="FZLanTingHeiS-EL-GB" panose="03000509000000000000" pitchFamily="66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D075DB-0722-5A4B-AC66-8B57E7B55C9E}"/>
              </a:ext>
            </a:extLst>
          </p:cNvPr>
          <p:cNvSpPr/>
          <p:nvPr/>
        </p:nvSpPr>
        <p:spPr>
          <a:xfrm>
            <a:off x="10125807" y="401493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FZLanTingHeiS-EL-GB" panose="03000509000000000000" pitchFamily="66" charset="-122"/>
                <a:ea typeface="FZLanTingHeiS-EL-GB" panose="03000509000000000000" pitchFamily="66" charset="-122"/>
              </a:rPr>
              <a:t>感谢您的关注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3A5AF56A-6FB4-5A4B-B3A6-F11870E32413}"/>
              </a:ext>
            </a:extLst>
          </p:cNvPr>
          <p:cNvCxnSpPr>
            <a:cxnSpLocks/>
          </p:cNvCxnSpPr>
          <p:nvPr/>
        </p:nvCxnSpPr>
        <p:spPr>
          <a:xfrm>
            <a:off x="5757221" y="4446319"/>
            <a:ext cx="58110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4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176</Words>
  <Application>Microsoft Office PowerPoint</Application>
  <PresentationFormat>宽屏</PresentationFormat>
  <Paragraphs>39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FZLanTingHeiS-EL-GB</vt:lpstr>
      <vt:lpstr>Helvetica Neue</vt:lpstr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铂昕III代厨卫照明灯</dc:title>
  <dc:creator>xiaohui xu(徐肖慧)</dc:creator>
  <cp:lastModifiedBy>shibo pi(皮世波)</cp:lastModifiedBy>
  <cp:revision>67</cp:revision>
  <dcterms:created xsi:type="dcterms:W3CDTF">2021-12-15T05:28:09Z</dcterms:created>
  <dcterms:modified xsi:type="dcterms:W3CDTF">2023-09-18T01:46:52Z</dcterms:modified>
</cp:coreProperties>
</file>