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0"/>
  </p:notesMasterIdLst>
  <p:sldIdLst>
    <p:sldId id="2567" r:id="rId3"/>
    <p:sldId id="2526" r:id="rId4"/>
    <p:sldId id="2552" r:id="rId5"/>
    <p:sldId id="2558" r:id="rId6"/>
    <p:sldId id="2553" r:id="rId7"/>
    <p:sldId id="2557" r:id="rId8"/>
    <p:sldId id="2555" r:id="rId9"/>
    <p:sldId id="2559" r:id="rId10"/>
    <p:sldId id="2563" r:id="rId11"/>
    <p:sldId id="2562" r:id="rId12"/>
    <p:sldId id="2556" r:id="rId13"/>
    <p:sldId id="2560" r:id="rId14"/>
    <p:sldId id="2564" r:id="rId15"/>
    <p:sldId id="2566" r:id="rId16"/>
    <p:sldId id="2561" r:id="rId17"/>
    <p:sldId id="2565" r:id="rId18"/>
    <p:sldId id="29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  <a:srgbClr val="FFFFFF"/>
    <a:srgbClr val="9494A7"/>
    <a:srgbClr val="DCDCE5"/>
    <a:srgbClr val="AFAFBF"/>
    <a:srgbClr val="E9E9ED"/>
    <a:srgbClr val="E3E3E3"/>
    <a:srgbClr val="FCFBF9"/>
    <a:srgbClr val="3C3C3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30" autoAdjust="0"/>
    <p:restoredTop sz="95285" autoAdjust="0"/>
  </p:normalViewPr>
  <p:slideViewPr>
    <p:cSldViewPr snapToGrid="0">
      <p:cViewPr varScale="1">
        <p:scale>
          <a:sx n="89" d="100"/>
          <a:sy n="89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47017-516D-44CC-BE64-1F49F69EA91C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E3D87-4E29-4C29-9E1F-77F58EF4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9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DDC3B-8388-F428-50E9-B7E7A8CF9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8BD20D-CF05-118C-61D1-96C764EA4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E8CADB-42A0-9802-5DAD-057F4AE7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687EC-CCAF-43FC-AF0F-A79E3B335E91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1CBE2B-1DDE-E6A6-0F06-52188238A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004283-59EE-5565-CB7C-F64D18C3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9B456F-CA91-4DB9-8D58-3386B23C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7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B7F40-71F3-8CCC-5487-24200094C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4F1ECE-702D-C3EC-ECD8-EE6A478D7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36BB96-3871-D0E3-1B7F-E8803B82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687EC-CCAF-43FC-AF0F-A79E3B335E91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64C7C0-67C7-475D-3008-AD377ED3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2C70DD-BECB-D23D-7E1E-52836B97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9B456F-CA91-4DB9-8D58-3386B23C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81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983BA-E415-D320-5F13-BCF97475C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74D336-793E-7B24-6B1F-6B3446A39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A71993-5CC8-8810-B2DF-27AE937B41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687EC-CCAF-43FC-AF0F-A79E3B335E91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65AB20-1BE8-739E-00A7-5F43EE255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46625C-1968-0724-61E4-40B9BA8B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9B456F-CA91-4DB9-8D58-3386B23C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50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97A58-F300-C4B4-BE80-713236F78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D26880-CF52-0464-DA53-348F6C935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382F2B-69CF-AC02-0D49-81DBC1411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62123A-5DCD-2800-F63C-63F1B01A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687EC-CCAF-43FC-AF0F-A79E3B335E91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4CF233-B276-063E-6929-EE872A6B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A7F2B-E105-1472-28BD-C2196E992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9B456F-CA91-4DB9-8D58-3386B23C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6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06830-7687-A198-8913-EC2826962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63D399-BC29-897A-AE18-293544B58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9CA314-7244-DA7C-1869-84CE6D505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8C96634-525D-252D-1B21-99F2B21BA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CAB03E-3E99-0BB6-063A-C9B3A924A5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8B783D-89CF-08BB-4481-23127666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687EC-CCAF-43FC-AF0F-A79E3B335E91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FA3747-EBC9-3D1A-9B53-899377C96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6EAB55-9CC0-9D19-2F65-B8D0F491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9B456F-CA91-4DB9-8D58-3386B23C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19D21-7BF5-B1C5-6A92-7E393122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310F6D-5EC0-E529-B2D3-10AB344E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687EC-CCAF-43FC-AF0F-A79E3B335E91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00EAC1-383F-F614-812A-61C44CBDB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8069CD-30ED-CE49-7B03-2411A99C7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9B456F-CA91-4DB9-8D58-3386B23C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5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BF4E04-FA6A-90C3-DEB2-33B95B11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687EC-CCAF-43FC-AF0F-A79E3B335E91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178C47-1B1F-1959-2259-C995A3E17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230D55-9182-4B06-794F-E073EC2C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9B456F-CA91-4DB9-8D58-3386B23C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8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7717E-B8FA-40BC-E73D-6E952B7A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6E9576-E422-5E19-785B-3AB17AC1F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3C3CBD-4E9D-3F1F-3623-401366F13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4C0649-1BE4-5A2C-14F7-AB03E328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687EC-CCAF-43FC-AF0F-A79E3B335E91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166666-F37C-F3B2-D475-2167BF36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C1F981-65A4-BD1E-2D2A-381BC146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9B456F-CA91-4DB9-8D58-3386B23C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1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4790A-8CD7-79EA-4CBF-2435844DE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D8564E-612C-D864-ACF6-16F9EC411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8F253D-3DCE-5B29-054E-4F8D4989F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C586FA-11E6-F240-3685-0B1335B0C7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687EC-CCAF-43FC-AF0F-A79E3B335E91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5A1464-BA93-E066-4937-A15A3718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E92EE8-9930-52A4-B741-4642EF00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9B456F-CA91-4DB9-8D58-3386B23C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4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5A602-7A50-6314-3E36-30596D434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D9E4C6-A428-4D17-8CDE-6144AD6AD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33D574-AC37-290F-71DD-9C18631D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687EC-CCAF-43FC-AF0F-A79E3B335E91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E8D24-CAF5-23EC-15E7-7E8956A5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A08D17-7BAA-F0CE-3434-EF25BCD6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9B456F-CA91-4DB9-8D58-3386B23C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5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E06EB3-87AF-C3A9-7DE4-3E5829E5C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8A59E4-754A-5662-0CDA-761A7DF08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84A7BA-91F7-F75D-D206-A951AECA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687EC-CCAF-43FC-AF0F-A79E3B335E91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64CE49-007F-B634-51DC-1AAB4E2C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4F66FF-01BE-3A01-F5DF-1AA1F682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9B456F-CA91-4DB9-8D58-3386B23C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78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EE1F2B7-06FA-0743-A609-712684D8E0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72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909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783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413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286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1702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179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14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526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3597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752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2747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40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9841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00209-3F0C-4ABB-980E-521F5219909E}" type="datetimeFigureOut">
              <a:rPr lang="zh-CN" altLang="en-US" smtClean="0"/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F56FA-071C-45CD-BC51-26BB356C6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73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921876"/>
            <a:ext cx="7231117" cy="300595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表, 漏斗图&#10;&#10;描述已自动生成">
            <a:extLst>
              <a:ext uri="{FF2B5EF4-FFF2-40B4-BE49-F238E27FC236}">
                <a16:creationId xmlns:a16="http://schemas.microsoft.com/office/drawing/2014/main" id="{B1C0B528-B7EF-C144-879C-C45BBA31EA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A22D847-502B-FA40-BC5F-AB82A4D60A39}"/>
              </a:ext>
            </a:extLst>
          </p:cNvPr>
          <p:cNvSpPr/>
          <p:nvPr/>
        </p:nvSpPr>
        <p:spPr>
          <a:xfrm>
            <a:off x="554059" y="1862622"/>
            <a:ext cx="51656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cap="all" dirty="0" smtClean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LED</a:t>
            </a:r>
            <a:r>
              <a:rPr lang="zh-CN" altLang="en-US" sz="3200" cap="all" dirty="0" smtClean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线形灯</a:t>
            </a:r>
            <a:endParaRPr lang="en-US" altLang="zh-CN" sz="3200" cap="all" dirty="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717E76-4136-CA40-A2EE-F06C62E3A8E0}"/>
              </a:ext>
            </a:extLst>
          </p:cNvPr>
          <p:cNvSpPr/>
          <p:nvPr/>
        </p:nvSpPr>
        <p:spPr>
          <a:xfrm>
            <a:off x="561775" y="2447397"/>
            <a:ext cx="44811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朗型</a:t>
            </a:r>
            <a:r>
              <a:rPr lang="en-US" altLang="zh-CN" sz="32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III</a:t>
            </a:r>
            <a:r>
              <a:rPr lang="zh-CN" altLang="en-US" sz="32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</a:t>
            </a:r>
            <a:r>
              <a:rPr lang="en-US" altLang="zh-CN" sz="32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cap="all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新品介绍</a:t>
            </a:r>
            <a:endParaRPr lang="en-US" altLang="zh-CN" sz="3200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6D7665B1-6010-BC45-AA75-0A5D324FC6E1}"/>
              </a:ext>
            </a:extLst>
          </p:cNvPr>
          <p:cNvSpPr>
            <a:spLocks/>
          </p:cNvSpPr>
          <p:nvPr/>
        </p:nvSpPr>
        <p:spPr>
          <a:xfrm>
            <a:off x="8435662" y="5745019"/>
            <a:ext cx="3269451" cy="83747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21920" tIns="60960" rIns="121920" bIns="60960" anchor="ctr" anchorCtr="0">
            <a:prstTxWarp prst="textNoShape">
              <a:avLst/>
            </a:prstTxWarp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照明</a:t>
            </a:r>
            <a:r>
              <a:rPr lang="en-US" altLang="zh-CN" sz="14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SPDT</a:t>
            </a:r>
          </a:p>
          <a:p>
            <a:pPr algn="r">
              <a:lnSpc>
                <a:spcPct val="150000"/>
              </a:lnSpc>
            </a:pPr>
            <a:r>
              <a:rPr lang="en-US" altLang="zh-CN" sz="14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2024</a:t>
            </a:r>
            <a:r>
              <a:rPr lang="zh-CN" altLang="en-US" sz="14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年</a:t>
            </a:r>
            <a:r>
              <a:rPr lang="en-US" altLang="zh-CN" sz="14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04</a:t>
            </a:r>
            <a:r>
              <a:rPr lang="zh-CN" altLang="en-US" sz="14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EB83FA-031A-C84F-860F-5067CBAC3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62" y="6356652"/>
            <a:ext cx="666179" cy="10248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C2F6048-B53D-B943-A40A-4F53ADA43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94" y="368242"/>
            <a:ext cx="1214278" cy="5147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9" t="10486" b="19099"/>
          <a:stretch/>
        </p:blipFill>
        <p:spPr>
          <a:xfrm>
            <a:off x="504794" y="3541175"/>
            <a:ext cx="4166559" cy="207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429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939C50-118E-555F-797A-AB4981634728}"/>
              </a:ext>
            </a:extLst>
          </p:cNvPr>
          <p:cNvSpPr/>
          <p:nvPr/>
        </p:nvSpPr>
        <p:spPr>
          <a:xfrm>
            <a:off x="249828" y="276846"/>
            <a:ext cx="3466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场景应用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45083A-3B1F-17E6-690D-B8344FACFFD1}"/>
              </a:ext>
            </a:extLst>
          </p:cNvPr>
          <p:cNvSpPr txBox="1"/>
          <p:nvPr/>
        </p:nvSpPr>
        <p:spPr>
          <a:xfrm>
            <a:off x="0" y="6150822"/>
            <a:ext cx="9022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适用于开放办公室、独立办公室、会客洽谈室、前台等办公区域。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0406" y="975156"/>
            <a:ext cx="12202406" cy="5084823"/>
            <a:chOff x="-10406" y="1048999"/>
            <a:chExt cx="12202406" cy="5084823"/>
          </a:xfrm>
        </p:grpSpPr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76370F36-0A2F-BB5B-4CB4-9A3183F88A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512" b="8512"/>
            <a:stretch/>
          </p:blipFill>
          <p:spPr bwMode="auto">
            <a:xfrm>
              <a:off x="8218046" y="3775030"/>
              <a:ext cx="3963549" cy="2358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9173" y="1049001"/>
              <a:ext cx="4052422" cy="270161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80" b="15739"/>
            <a:stretch/>
          </p:blipFill>
          <p:spPr>
            <a:xfrm>
              <a:off x="-10406" y="1048999"/>
              <a:ext cx="8627502" cy="5078213"/>
            </a:xfrm>
            <a:prstGeom prst="rect">
              <a:avLst/>
            </a:prstGeom>
          </p:spPr>
        </p:pic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BB9B8E70-4FE6-0AA7-B3C2-A4B7319033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8282744" y="3267441"/>
              <a:ext cx="3909256" cy="49575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50000"/>
                  </a:schemeClr>
                </a:gs>
                <a:gs pos="50000">
                  <a:schemeClr val="bg1">
                    <a:alpha val="25000"/>
                  </a:schemeClr>
                </a:gs>
                <a:gs pos="94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C8248F9-5D57-8A0B-236E-50591E54DEAA}"/>
                </a:ext>
              </a:extLst>
            </p:cNvPr>
            <p:cNvSpPr txBox="1"/>
            <p:nvPr/>
          </p:nvSpPr>
          <p:spPr>
            <a:xfrm>
              <a:off x="11217847" y="3346042"/>
              <a:ext cx="8375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会客室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5702981"/>
              <a:ext cx="12181595" cy="430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50000"/>
                  </a:schemeClr>
                </a:gs>
                <a:gs pos="50000">
                  <a:schemeClr val="bg1">
                    <a:alpha val="29000"/>
                  </a:schemeClr>
                </a:gs>
                <a:gs pos="94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13975B6-D777-DA96-1EEA-96460771FD9B}"/>
                </a:ext>
              </a:extLst>
            </p:cNvPr>
            <p:cNvSpPr txBox="1"/>
            <p:nvPr/>
          </p:nvSpPr>
          <p:spPr>
            <a:xfrm>
              <a:off x="7206933" y="5676554"/>
              <a:ext cx="8677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  <a:ea typeface="+mn-ea"/>
                </a:rPr>
                <a:t>办公室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EDD8742-D9F6-CCBA-8A75-6D51E42660CF}"/>
                </a:ext>
              </a:extLst>
            </p:cNvPr>
            <p:cNvSpPr txBox="1"/>
            <p:nvPr/>
          </p:nvSpPr>
          <p:spPr>
            <a:xfrm>
              <a:off x="11344003" y="5671402"/>
              <a:ext cx="8375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前台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153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508958" y="1033988"/>
            <a:ext cx="8936967" cy="5006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508958" y="5481811"/>
            <a:ext cx="8936967" cy="561331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8958" y="2869226"/>
            <a:ext cx="8936967" cy="561331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96" b="18948"/>
          <a:stretch/>
        </p:blipFill>
        <p:spPr>
          <a:xfrm>
            <a:off x="615686" y="3657413"/>
            <a:ext cx="4149515" cy="167242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10" t="17737" b="32247"/>
          <a:stretch/>
        </p:blipFill>
        <p:spPr>
          <a:xfrm>
            <a:off x="953382" y="1334108"/>
            <a:ext cx="3717594" cy="13030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6" t="8069" r="1950" b="34663"/>
          <a:stretch/>
        </p:blipFill>
        <p:spPr>
          <a:xfrm>
            <a:off x="5484950" y="1118542"/>
            <a:ext cx="3606738" cy="154487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0939C50-118E-555F-797A-AB4981634728}"/>
              </a:ext>
            </a:extLst>
          </p:cNvPr>
          <p:cNvSpPr/>
          <p:nvPr/>
        </p:nvSpPr>
        <p:spPr>
          <a:xfrm>
            <a:off x="249828" y="276846"/>
            <a:ext cx="3466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</a:t>
            </a:r>
            <a:r>
              <a: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– 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丰富配件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04773" y="5560586"/>
            <a:ext cx="26351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字型拼接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957434" y="5563762"/>
            <a:ext cx="26351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十字型拼接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946325" y="2927981"/>
            <a:ext cx="26351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转角拼接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113055" y="2945772"/>
            <a:ext cx="26351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直线</a:t>
            </a:r>
            <a:r>
              <a:rPr lang="zh-CN" altLang="en-US" sz="2133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  <a:endParaRPr lang="zh-CN" altLang="en-US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900127" y="5468639"/>
            <a:ext cx="1739323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3" dirty="0">
                <a:latin typeface="+mn-ea"/>
              </a:rPr>
              <a:t>其他组合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245083A-3B1F-17E6-690D-B8344FACFFD1}"/>
              </a:ext>
            </a:extLst>
          </p:cNvPr>
          <p:cNvSpPr txBox="1"/>
          <p:nvPr/>
        </p:nvSpPr>
        <p:spPr>
          <a:xfrm>
            <a:off x="381420" y="6228459"/>
            <a:ext cx="48615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丰富的转角配件，自由组合搭配</a:t>
            </a:r>
            <a:endParaRPr 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30399" y="65606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转角配件</a:t>
            </a:r>
            <a:endParaRPr lang="zh-CN" altLang="en-US" sz="2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13" t="13358" r="5535" b="40858"/>
          <a:stretch/>
        </p:blipFill>
        <p:spPr>
          <a:xfrm>
            <a:off x="9690146" y="996013"/>
            <a:ext cx="2295453" cy="114207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1" t="17437" r="24403" b="36627"/>
          <a:stretch/>
        </p:blipFill>
        <p:spPr>
          <a:xfrm>
            <a:off x="9631395" y="2772350"/>
            <a:ext cx="2550843" cy="14099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6" t="17135" r="22987" b="31792"/>
          <a:stretch/>
        </p:blipFill>
        <p:spPr>
          <a:xfrm>
            <a:off x="9873984" y="4636146"/>
            <a:ext cx="1927779" cy="12530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1" b="13140"/>
          <a:stretch/>
        </p:blipFill>
        <p:spPr>
          <a:xfrm>
            <a:off x="5183434" y="3347342"/>
            <a:ext cx="3955914" cy="2213244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9926732" y="2194000"/>
            <a:ext cx="1023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90°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转角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865797" y="3904058"/>
            <a:ext cx="1023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形转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9865797" y="5769400"/>
            <a:ext cx="1023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十字转角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4929670" y="1033988"/>
            <a:ext cx="19362" cy="5006497"/>
          </a:xfrm>
          <a:prstGeom prst="line">
            <a:avLst/>
          </a:prstGeom>
          <a:ln w="19050">
            <a:solidFill>
              <a:srgbClr val="E3E3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41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B345ACA-DE4B-1B12-6013-DDEA76A43D14}"/>
              </a:ext>
            </a:extLst>
          </p:cNvPr>
          <p:cNvSpPr txBox="1"/>
          <p:nvPr/>
        </p:nvSpPr>
        <p:spPr>
          <a:xfrm>
            <a:off x="379225" y="2992832"/>
            <a:ext cx="3464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吸顶</a:t>
            </a:r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盒安装</a:t>
            </a:r>
            <a:endParaRPr lang="en-US" altLang="zh-CN" sz="4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6F9658-716B-04FD-845F-F47964D26CD3}"/>
              </a:ext>
            </a:extLst>
          </p:cNvPr>
          <p:cNvSpPr/>
          <p:nvPr/>
        </p:nvSpPr>
        <p:spPr>
          <a:xfrm>
            <a:off x="249828" y="276846"/>
            <a:ext cx="3466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丰富配件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298" y="1583696"/>
            <a:ext cx="7057861" cy="440645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19A95E4-DF2B-7159-F6BD-D581C422E7A1}"/>
              </a:ext>
            </a:extLst>
          </p:cNvPr>
          <p:cNvSpPr txBox="1"/>
          <p:nvPr/>
        </p:nvSpPr>
        <p:spPr>
          <a:xfrm>
            <a:off x="379224" y="3700718"/>
            <a:ext cx="38390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拼接款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驱动可置于灯体上，也可使用吸顶盒吸顶安装，视觉上更加美观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426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571984" y="1679334"/>
            <a:ext cx="7620016" cy="5349251"/>
            <a:chOff x="4571984" y="1594744"/>
            <a:chExt cx="7620016" cy="534925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1984" y="1594744"/>
              <a:ext cx="7620016" cy="5349251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 rot="1051234">
              <a:off x="10083800" y="3408681"/>
              <a:ext cx="243840" cy="262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 rot="1051234">
              <a:off x="9436100" y="4138147"/>
              <a:ext cx="243840" cy="262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4B345ACA-DE4B-1B12-6013-DDEA76A43D14}"/>
              </a:ext>
            </a:extLst>
          </p:cNvPr>
          <p:cNvSpPr txBox="1"/>
          <p:nvPr/>
        </p:nvSpPr>
        <p:spPr>
          <a:xfrm>
            <a:off x="249828" y="2812444"/>
            <a:ext cx="3464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无缝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</a:t>
            </a:r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</a:t>
            </a:r>
            <a:endParaRPr 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6F9658-716B-04FD-845F-F47964D26CD3}"/>
              </a:ext>
            </a:extLst>
          </p:cNvPr>
          <p:cNvSpPr/>
          <p:nvPr/>
        </p:nvSpPr>
        <p:spPr>
          <a:xfrm>
            <a:off x="249828" y="276846"/>
            <a:ext cx="3466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无缝出光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11">
            <a:extLst>
              <a:ext uri="{FF2B5EF4-FFF2-40B4-BE49-F238E27FC236}">
                <a16:creationId xmlns:a16="http://schemas.microsoft.com/office/drawing/2014/main" id="{20003EEE-E27A-0D96-5EE2-DFEA7534126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861289">
            <a:off x="3046888" y="4976332"/>
            <a:ext cx="2541264" cy="190203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19A95E4-DF2B-7159-F6BD-D581C422E7A1}"/>
              </a:ext>
            </a:extLst>
          </p:cNvPr>
          <p:cNvSpPr txBox="1"/>
          <p:nvPr/>
        </p:nvSpPr>
        <p:spPr>
          <a:xfrm>
            <a:off x="271949" y="3600003"/>
            <a:ext cx="35754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优化拼接方案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型材不易变形弯曲，无缝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，侧边不漏光，视觉</a:t>
            </a:r>
            <a:r>
              <a:rPr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无暗影</a:t>
            </a:r>
            <a:endParaRPr lang="en-US" altLang="zh-CN" sz="1600" dirty="0" smtClean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注：拼接款卷料为棱晶板，减少上一代产品出现的波浪纹、拉丝痕等问题</a:t>
            </a:r>
            <a:endParaRPr lang="en-US" altLang="zh-CN" sz="11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右箭头 4"/>
          <p:cNvSpPr/>
          <p:nvPr/>
        </p:nvSpPr>
        <p:spPr>
          <a:xfrm rot="20011310">
            <a:off x="5517803" y="4888916"/>
            <a:ext cx="1533719" cy="592104"/>
          </a:xfrm>
          <a:prstGeom prst="rightArrow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9A95E4-DF2B-7159-F6BD-D581C422E7A1}"/>
              </a:ext>
            </a:extLst>
          </p:cNvPr>
          <p:cNvSpPr txBox="1"/>
          <p:nvPr/>
        </p:nvSpPr>
        <p:spPr>
          <a:xfrm>
            <a:off x="5143927" y="6285943"/>
            <a:ext cx="2281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扩散棱晶卷料</a:t>
            </a:r>
            <a:endParaRPr lang="zh-CN" altLang="en-US" sz="1600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0" t="17610" r="5833" b="38113"/>
          <a:stretch/>
        </p:blipFill>
        <p:spPr>
          <a:xfrm>
            <a:off x="2060293" y="5354146"/>
            <a:ext cx="1359419" cy="12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0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652" y="973659"/>
            <a:ext cx="7643348" cy="536563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345ACA-DE4B-1B12-6013-DDEA76A43D14}"/>
              </a:ext>
            </a:extLst>
          </p:cNvPr>
          <p:cNvSpPr txBox="1"/>
          <p:nvPr/>
        </p:nvSpPr>
        <p:spPr>
          <a:xfrm>
            <a:off x="377920" y="2868915"/>
            <a:ext cx="3464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单边吊装</a:t>
            </a:r>
            <a:endParaRPr 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6F9658-716B-04FD-845F-F47964D26CD3}"/>
              </a:ext>
            </a:extLst>
          </p:cNvPr>
          <p:cNvSpPr/>
          <p:nvPr/>
        </p:nvSpPr>
        <p:spPr>
          <a:xfrm>
            <a:off x="249828" y="276846"/>
            <a:ext cx="38250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上出光定制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9A95E4-DF2B-7159-F6BD-D581C422E7A1}"/>
              </a:ext>
            </a:extLst>
          </p:cNvPr>
          <p:cNvSpPr txBox="1"/>
          <p:nvPr/>
        </p:nvSpPr>
        <p:spPr>
          <a:xfrm>
            <a:off x="377920" y="3656474"/>
            <a:ext cx="3342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拼接款灯体预留灯带卡槽，可定制上出光，单边吊装，便于上出光安装</a:t>
            </a:r>
          </a:p>
        </p:txBody>
      </p:sp>
    </p:spTree>
    <p:extLst>
      <p:ext uri="{BB962C8B-B14F-4D97-AF65-F5344CB8AC3E}">
        <p14:creationId xmlns:p14="http://schemas.microsoft.com/office/powerpoint/2010/main" val="245666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8ED9BB6-1872-E8A2-9AF6-0662A610B539}"/>
              </a:ext>
            </a:extLst>
          </p:cNvPr>
          <p:cNvSpPr/>
          <p:nvPr/>
        </p:nvSpPr>
        <p:spPr>
          <a:xfrm>
            <a:off x="249828" y="276846"/>
            <a:ext cx="45432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拼接款选灯方法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4759E-5C71-12C3-C93A-3247CBF5F748}"/>
              </a:ext>
            </a:extLst>
          </p:cNvPr>
          <p:cNvSpPr txBox="1"/>
          <p:nvPr/>
        </p:nvSpPr>
        <p:spPr>
          <a:xfrm>
            <a:off x="485964" y="1622271"/>
            <a:ext cx="33010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/>
                <a:ea typeface="微软雅黑"/>
                <a:cs typeface="Times New Roman" charset="0"/>
              </a:rPr>
              <a:t>■ 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/>
                <a:ea typeface="微软雅黑"/>
                <a:cs typeface="Times New Roman" charset="0"/>
              </a:rPr>
              <a:t>标准品</a:t>
            </a:r>
            <a:r>
              <a:rPr lang="en-US" altLang="zh-CN" sz="1400" dirty="0" err="1" smtClean="0">
                <a:solidFill>
                  <a:schemeClr val="bg1"/>
                </a:solidFill>
                <a:latin typeface="微软雅黑"/>
                <a:ea typeface="微软雅黑"/>
                <a:cs typeface="Times New Roman" charset="0"/>
              </a:rPr>
              <a:t>sku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/>
                <a:ea typeface="微软雅黑"/>
                <a:cs typeface="Times New Roman" charset="0"/>
              </a:rPr>
              <a:t>介绍（以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/>
                <a:ea typeface="微软雅黑"/>
                <a:cs typeface="Times New Roman" charset="0"/>
              </a:rPr>
              <a:t>80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/>
                <a:ea typeface="微软雅黑"/>
                <a:cs typeface="Times New Roman" charset="0"/>
              </a:rPr>
              <a:t>尺寸吊装为例）</a:t>
            </a:r>
            <a:endParaRPr lang="en-US" altLang="zh-CN" sz="1400" dirty="0" smtClean="0">
              <a:solidFill>
                <a:schemeClr val="bg1"/>
              </a:solidFill>
              <a:latin typeface="微软雅黑"/>
              <a:ea typeface="微软雅黑"/>
              <a:cs typeface="Times New Roman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2558C5C-12AA-D8A3-5270-5BB6B667A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782265"/>
              </p:ext>
            </p:extLst>
          </p:nvPr>
        </p:nvGraphicFramePr>
        <p:xfrm>
          <a:off x="249828" y="2203311"/>
          <a:ext cx="11551108" cy="3498753"/>
        </p:xfrm>
        <a:graphic>
          <a:graphicData uri="http://schemas.openxmlformats.org/drawingml/2006/table">
            <a:tbl>
              <a:tblPr/>
              <a:tblGrid>
                <a:gridCol w="1450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417">
                  <a:extLst>
                    <a:ext uri="{9D8B030D-6E8A-4147-A177-3AD203B41FA5}">
                      <a16:colId xmlns:a16="http://schemas.microsoft.com/office/drawing/2014/main" val="3356521528"/>
                    </a:ext>
                  </a:extLst>
                </a:gridCol>
                <a:gridCol w="4366368">
                  <a:extLst>
                    <a:ext uri="{9D8B030D-6E8A-4147-A177-3AD203B41FA5}">
                      <a16:colId xmlns:a16="http://schemas.microsoft.com/office/drawing/2014/main" val="1142040973"/>
                    </a:ext>
                  </a:extLst>
                </a:gridCol>
                <a:gridCol w="4284838">
                  <a:extLst>
                    <a:ext uri="{9D8B030D-6E8A-4147-A177-3AD203B41FA5}">
                      <a16:colId xmlns:a16="http://schemas.microsoft.com/office/drawing/2014/main" val="1124320922"/>
                    </a:ext>
                  </a:extLst>
                </a:gridCol>
              </a:tblGrid>
              <a:tr h="378648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物料代码</a:t>
                      </a:r>
                      <a:endParaRPr lang="zh-CN" altLang="en-US" sz="14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物料描述</a:t>
                      </a:r>
                      <a:endParaRPr lang="zh-CN" altLang="en-US" sz="14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kern="1200" dirty="0" err="1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Sku</a:t>
                      </a:r>
                      <a:r>
                        <a:rPr lang="zh-CN" altLang="en-US" sz="14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介绍</a:t>
                      </a:r>
                      <a:endParaRPr lang="en-US" altLang="zh-CN" sz="1400" b="1" i="0" u="none" strike="noStrike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929269"/>
                  </a:ext>
                </a:extLst>
              </a:tr>
              <a:tr h="37864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拼接款灯体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</a:t>
                      </a:r>
                      <a:endParaRPr lang="zh-CN" altLang="en-US" sz="9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529000112300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LBG120030TT05-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III-30W-1.2m-80-857-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拼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吊装拼接</a:t>
                      </a:r>
                      <a:r>
                        <a:rPr lang="en-US" altLang="zh-CN" sz="1200" b="0" i="0" u="none" strike="noStrike" kern="1200" dirty="0" err="1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sku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，灯具</a:t>
                      </a:r>
                      <a:r>
                        <a:rPr lang="zh-CN" altLang="en-US" sz="12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无电源、面罩、端盖和吊装配件</a:t>
                      </a:r>
                      <a:endParaRPr lang="en-US" altLang="zh-CN" sz="1200" b="1" i="0" u="none" strike="noStrike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77027"/>
                  </a:ext>
                </a:extLst>
              </a:tr>
              <a:tr h="37864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拼接款端盖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529098033600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端盖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-80-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吊（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2pcs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）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灯具拼接完成后，两端安装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,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吊装使用</a:t>
                      </a:r>
                      <a:endParaRPr 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022806"/>
                  </a:ext>
                </a:extLst>
              </a:tr>
              <a:tr h="37864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拼接配件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</a:t>
                      </a:r>
                      <a:endParaRPr lang="zh-CN" altLang="en-US" sz="9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529098035800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拼接配件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-60/80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60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80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尺寸的拼接吊装灯具拼接使用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48782"/>
                  </a:ext>
                </a:extLst>
              </a:tr>
              <a:tr h="37864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吊装配件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吊装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529098037500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吊装配件（含吊线）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拼接款吊装配件，内含一对吊装吊件、一对吊绳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943990"/>
                  </a:ext>
                </a:extLst>
              </a:tr>
              <a:tr h="535171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拼接款卷料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嵌装共用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529098034200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扩散板配件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-80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宽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-20m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拼接完成插入卷料，连续出光无暗影（棱晶板）</a:t>
                      </a:r>
                      <a:endParaRPr 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818585"/>
                  </a:ext>
                </a:extLst>
              </a:tr>
              <a:tr h="535171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输入线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吊装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嵌装共用</a:t>
                      </a:r>
                      <a:endParaRPr lang="zh-CN" altLang="en-US" sz="900" b="0" i="0" u="none" strike="noStrike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529098036000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输入线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单色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用于拼接灯具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和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24V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电源的连接（单色使用）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966400"/>
                  </a:ext>
                </a:extLst>
              </a:tr>
              <a:tr h="535171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拼接款电源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吊装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嵌装共用</a:t>
                      </a:r>
                      <a:endParaRPr lang="zh-CN" altLang="en-US" sz="900" b="0" i="0" u="none" strike="noStrike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820009002500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成品件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-OP-IESVC2400024E1-01-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独立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240W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恒压</a:t>
                      </a:r>
                      <a:r>
                        <a:rPr lang="en-US" altLang="zh-CN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24V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端子式</a:t>
                      </a:r>
                      <a:endParaRPr lang="zh-CN" alt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外置电源，用于拼接款灯具</a:t>
                      </a:r>
                      <a:endParaRPr lang="en-US" sz="12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66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8" t="13289" r="2737" b="20928"/>
          <a:stretch/>
        </p:blipFill>
        <p:spPr>
          <a:xfrm>
            <a:off x="87343" y="2154360"/>
            <a:ext cx="11884037" cy="484801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8ED9BB6-1872-E8A2-9AF6-0662A610B539}"/>
              </a:ext>
            </a:extLst>
          </p:cNvPr>
          <p:cNvSpPr/>
          <p:nvPr/>
        </p:nvSpPr>
        <p:spPr>
          <a:xfrm>
            <a:off x="249828" y="276846"/>
            <a:ext cx="45432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拼接款选灯方法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036C25-54A4-4058-ED84-2DF660167CFA}"/>
              </a:ext>
            </a:extLst>
          </p:cNvPr>
          <p:cNvSpPr txBox="1"/>
          <p:nvPr/>
        </p:nvSpPr>
        <p:spPr>
          <a:xfrm>
            <a:off x="369543" y="1308787"/>
            <a:ext cx="2716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latin typeface="微软雅黑"/>
                <a:ea typeface="微软雅黑"/>
                <a:cs typeface="Times New Roman" charset="0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■  拼接吊装款</a:t>
            </a:r>
            <a:r>
              <a:rPr lang="zh-CN" altLang="en-US" dirty="0" smtClean="0">
                <a:solidFill>
                  <a:schemeClr val="bg1"/>
                </a:solidFill>
              </a:rPr>
              <a:t>连接</a:t>
            </a:r>
            <a:r>
              <a:rPr lang="zh-CN" altLang="en-US" b="1" dirty="0" smtClean="0">
                <a:solidFill>
                  <a:schemeClr val="bg1"/>
                </a:solidFill>
              </a:rPr>
              <a:t>（单边接驱动）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5179" y="6080425"/>
            <a:ext cx="446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chemeClr val="accent1"/>
                </a:solidFill>
                <a:latin typeface="+mn-ea"/>
                <a:ea typeface="+mn-ea"/>
              </a:rPr>
              <a:t>将扩散面罩裁剪到合适长度后进行安装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7343" y="6361518"/>
            <a:ext cx="2017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dirty="0" smtClean="0">
                <a:solidFill>
                  <a:schemeClr val="accent1"/>
                </a:solidFill>
                <a:latin typeface="+mn-ea"/>
                <a:ea typeface="+mn-ea"/>
              </a:rPr>
              <a:t>*嵌装款拼接方式可参考吊装款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11395883" y="5403189"/>
            <a:ext cx="667185" cy="345103"/>
          </a:xfrm>
          <a:prstGeom prst="roundRect">
            <a:avLst>
              <a:gd name="adj" fmla="val 3719"/>
            </a:avLst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zh-CN" altLang="en-US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端盖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4507135" y="5628793"/>
            <a:ext cx="1537831" cy="345103"/>
          </a:xfrm>
          <a:prstGeom prst="roundRect">
            <a:avLst>
              <a:gd name="adj" fmla="val 3719"/>
            </a:avLst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zh-CN" altLang="en-US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一体扩散面罩</a:t>
            </a:r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11569302" y="5774116"/>
            <a:ext cx="84985" cy="357527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4907828" y="5146090"/>
            <a:ext cx="31347" cy="42965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曲线连接符 12">
            <a:extLst>
              <a:ext uri="{FF2B5EF4-FFF2-40B4-BE49-F238E27FC236}">
                <a16:creationId xmlns:a16="http://schemas.microsoft.com/office/drawing/2014/main" id="{83D52A75-1E6C-4CD8-A2DF-06A61FBDF31F}"/>
              </a:ext>
            </a:extLst>
          </p:cNvPr>
          <p:cNvCxnSpPr>
            <a:cxnSpLocks/>
            <a:stCxn id="47" idx="2"/>
          </p:cNvCxnSpPr>
          <p:nvPr/>
        </p:nvCxnSpPr>
        <p:spPr>
          <a:xfrm rot="5400000">
            <a:off x="2385997" y="2267616"/>
            <a:ext cx="196165" cy="221806"/>
          </a:xfrm>
          <a:prstGeom prst="curvedConnector2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35BD0FD3-08F2-4ABB-906D-F27FA42B2E99}"/>
              </a:ext>
            </a:extLst>
          </p:cNvPr>
          <p:cNvSpPr txBox="1"/>
          <p:nvPr/>
        </p:nvSpPr>
        <p:spPr>
          <a:xfrm>
            <a:off x="2104380" y="2003438"/>
            <a:ext cx="981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220V</a:t>
            </a:r>
            <a:r>
              <a:rPr lang="zh-CN" altLang="en-US" sz="1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市电</a:t>
            </a:r>
            <a:endParaRPr lang="en-US" altLang="zh-CN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34175" y="1833917"/>
            <a:ext cx="1485203" cy="250984"/>
          </a:xfrm>
          <a:prstGeom prst="roundRect">
            <a:avLst>
              <a:gd name="adj" fmla="val 3719"/>
            </a:avLst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zh-CN" sz="10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sz="10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恒压驱动</a:t>
            </a:r>
          </a:p>
        </p:txBody>
      </p:sp>
      <p:cxnSp>
        <p:nvCxnSpPr>
          <p:cNvPr id="25" name="直接连接符 24"/>
          <p:cNvCxnSpPr>
            <a:stCxn id="24" idx="2"/>
          </p:cNvCxnSpPr>
          <p:nvPr/>
        </p:nvCxnSpPr>
        <p:spPr>
          <a:xfrm>
            <a:off x="1376777" y="2084901"/>
            <a:ext cx="254" cy="22323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5785097" y="3899539"/>
            <a:ext cx="158503" cy="32780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/>
        </p:nvSpPr>
        <p:spPr>
          <a:xfrm>
            <a:off x="5595315" y="3546473"/>
            <a:ext cx="1048888" cy="345103"/>
          </a:xfrm>
          <a:prstGeom prst="roundRect">
            <a:avLst>
              <a:gd name="adj" fmla="val 3719"/>
            </a:avLst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zh-CN" altLang="en-US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拼接配件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r="8998"/>
          <a:stretch/>
        </p:blipFill>
        <p:spPr>
          <a:xfrm>
            <a:off x="5276050" y="326576"/>
            <a:ext cx="6823924" cy="146459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554980" y="1258243"/>
            <a:ext cx="388620" cy="15425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4546427" y="937410"/>
            <a:ext cx="1048888" cy="266670"/>
          </a:xfrm>
          <a:prstGeom prst="roundRect">
            <a:avLst>
              <a:gd name="adj" fmla="val 3719"/>
            </a:avLst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</a:p>
        </p:txBody>
      </p:sp>
      <p:cxnSp>
        <p:nvCxnSpPr>
          <p:cNvPr id="39" name="直接连接符 38"/>
          <p:cNvCxnSpPr/>
          <p:nvPr/>
        </p:nvCxnSpPr>
        <p:spPr>
          <a:xfrm>
            <a:off x="5276050" y="1236527"/>
            <a:ext cx="278930" cy="9884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595315" y="1722134"/>
            <a:ext cx="446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*电源一端放置</a:t>
            </a:r>
            <a:r>
              <a:rPr lang="zh-CN" altLang="en-US" sz="1200" b="1" dirty="0" smtClean="0">
                <a:solidFill>
                  <a:srgbClr val="FF0000"/>
                </a:solidFill>
                <a:latin typeface="+mn-ea"/>
              </a:rPr>
              <a:t>，最大拼接 </a:t>
            </a:r>
            <a:r>
              <a:rPr lang="en-US" altLang="zh-CN" b="1" dirty="0" smtClean="0">
                <a:solidFill>
                  <a:srgbClr val="FF0000"/>
                </a:solidFill>
                <a:latin typeface="+mn-ea"/>
              </a:rPr>
              <a:t>5 </a:t>
            </a:r>
            <a:r>
              <a:rPr lang="zh-CN" altLang="en-US" sz="1200" b="1" dirty="0" smtClean="0">
                <a:solidFill>
                  <a:srgbClr val="FF0000"/>
                </a:solidFill>
                <a:latin typeface="+mn-ea"/>
              </a:rPr>
              <a:t>根灯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9A95E4-DF2B-7159-F6BD-D581C422E7A1}"/>
              </a:ext>
            </a:extLst>
          </p:cNvPr>
          <p:cNvSpPr txBox="1"/>
          <p:nvPr/>
        </p:nvSpPr>
        <p:spPr>
          <a:xfrm>
            <a:off x="5415515" y="242542"/>
            <a:ext cx="334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拼接款：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恒压方案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579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87343" y="2492074"/>
            <a:ext cx="11898350" cy="4365926"/>
            <a:chOff x="332396" y="1539130"/>
            <a:chExt cx="11898350" cy="436592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09" t="17059" b="19280"/>
            <a:stretch/>
          </p:blipFill>
          <p:spPr>
            <a:xfrm>
              <a:off x="332396" y="1539130"/>
              <a:ext cx="11898350" cy="4365926"/>
            </a:xfrm>
            <a:prstGeom prst="rect">
              <a:avLst/>
            </a:prstGeom>
          </p:spPr>
        </p:pic>
        <p:sp>
          <p:nvSpPr>
            <p:cNvPr id="9" name="任意多边形 8"/>
            <p:cNvSpPr/>
            <p:nvPr/>
          </p:nvSpPr>
          <p:spPr>
            <a:xfrm>
              <a:off x="5732833" y="3244214"/>
              <a:ext cx="303191" cy="256731"/>
            </a:xfrm>
            <a:custGeom>
              <a:avLst/>
              <a:gdLst>
                <a:gd name="connsiteX0" fmla="*/ 184096 w 184096"/>
                <a:gd name="connsiteY0" fmla="*/ 285750 h 285750"/>
                <a:gd name="connsiteX1" fmla="*/ 37411 w 184096"/>
                <a:gd name="connsiteY1" fmla="*/ 144780 h 285750"/>
                <a:gd name="connsiteX2" fmla="*/ 3121 w 184096"/>
                <a:gd name="connsiteY2" fmla="*/ 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4096" h="285750">
                  <a:moveTo>
                    <a:pt x="184096" y="285750"/>
                  </a:moveTo>
                  <a:cubicBezTo>
                    <a:pt x="125834" y="239077"/>
                    <a:pt x="67573" y="192405"/>
                    <a:pt x="37411" y="144780"/>
                  </a:cubicBezTo>
                  <a:cubicBezTo>
                    <a:pt x="7249" y="97155"/>
                    <a:pt x="-6721" y="4127"/>
                    <a:pt x="3121" y="0"/>
                  </a:cubicBezTo>
                </a:path>
              </a:pathLst>
            </a:custGeom>
            <a:noFill/>
            <a:ln w="190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 flipH="1">
              <a:off x="5600212" y="3202683"/>
              <a:ext cx="125205" cy="132373"/>
            </a:xfrm>
            <a:custGeom>
              <a:avLst/>
              <a:gdLst>
                <a:gd name="connsiteX0" fmla="*/ 184096 w 184096"/>
                <a:gd name="connsiteY0" fmla="*/ 285750 h 285750"/>
                <a:gd name="connsiteX1" fmla="*/ 37411 w 184096"/>
                <a:gd name="connsiteY1" fmla="*/ 144780 h 285750"/>
                <a:gd name="connsiteX2" fmla="*/ 3121 w 184096"/>
                <a:gd name="connsiteY2" fmla="*/ 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4096" h="285750">
                  <a:moveTo>
                    <a:pt x="184096" y="285750"/>
                  </a:moveTo>
                  <a:cubicBezTo>
                    <a:pt x="125834" y="239077"/>
                    <a:pt x="67573" y="192405"/>
                    <a:pt x="37411" y="144780"/>
                  </a:cubicBezTo>
                  <a:cubicBezTo>
                    <a:pt x="7249" y="97155"/>
                    <a:pt x="-6721" y="4127"/>
                    <a:pt x="3121" y="0"/>
                  </a:cubicBezTo>
                </a:path>
              </a:pathLst>
            </a:custGeom>
            <a:noFill/>
            <a:ln w="190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r="5309"/>
          <a:stretch/>
        </p:blipFill>
        <p:spPr>
          <a:xfrm>
            <a:off x="3891280" y="591752"/>
            <a:ext cx="8331200" cy="12092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8ED9BB6-1872-E8A2-9AF6-0662A610B539}"/>
              </a:ext>
            </a:extLst>
          </p:cNvPr>
          <p:cNvSpPr/>
          <p:nvPr/>
        </p:nvSpPr>
        <p:spPr>
          <a:xfrm>
            <a:off x="249828" y="276846"/>
            <a:ext cx="45432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拼接款选灯方法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036C25-54A4-4058-ED84-2DF660167CFA}"/>
              </a:ext>
            </a:extLst>
          </p:cNvPr>
          <p:cNvSpPr txBox="1"/>
          <p:nvPr/>
        </p:nvSpPr>
        <p:spPr>
          <a:xfrm>
            <a:off x="467107" y="977875"/>
            <a:ext cx="3138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latin typeface="微软雅黑"/>
                <a:ea typeface="微软雅黑"/>
                <a:cs typeface="Times New Roman" charset="0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■  拼接吊装款连接</a:t>
            </a:r>
            <a:r>
              <a:rPr lang="zh-CN" altLang="en-US" b="1" dirty="0">
                <a:solidFill>
                  <a:schemeClr val="bg1"/>
                </a:solidFill>
              </a:rPr>
              <a:t>（驱动中置）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75179" y="6080425"/>
            <a:ext cx="446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chemeClr val="accent1"/>
                </a:solidFill>
                <a:latin typeface="+mn-ea"/>
                <a:ea typeface="+mn-ea"/>
              </a:rPr>
              <a:t>将扩散面罩裁剪到合适长度后进行安装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7343" y="6361518"/>
            <a:ext cx="2017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dirty="0" smtClean="0">
                <a:solidFill>
                  <a:schemeClr val="accent1"/>
                </a:solidFill>
                <a:latin typeface="+mn-ea"/>
                <a:ea typeface="+mn-ea"/>
              </a:rPr>
              <a:t>*嵌装款拼接方式可参考吊装款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11395883" y="5565003"/>
            <a:ext cx="667185" cy="345103"/>
          </a:xfrm>
          <a:prstGeom prst="roundRect">
            <a:avLst>
              <a:gd name="adj" fmla="val 3719"/>
            </a:avLst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zh-CN" altLang="en-US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端盖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4509416" y="5384584"/>
            <a:ext cx="1537831" cy="345103"/>
          </a:xfrm>
          <a:prstGeom prst="roundRect">
            <a:avLst>
              <a:gd name="adj" fmla="val 3719"/>
            </a:avLst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zh-CN" altLang="en-US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一体扩散面罩</a:t>
            </a:r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11729475" y="5906851"/>
            <a:ext cx="0" cy="312073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5278332" y="4873850"/>
            <a:ext cx="106468" cy="43481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曲线连接符 12">
            <a:extLst>
              <a:ext uri="{FF2B5EF4-FFF2-40B4-BE49-F238E27FC236}">
                <a16:creationId xmlns:a16="http://schemas.microsoft.com/office/drawing/2014/main" id="{83D52A75-1E6C-4CD8-A2DF-06A61FBDF31F}"/>
              </a:ext>
            </a:extLst>
          </p:cNvPr>
          <p:cNvCxnSpPr>
            <a:cxnSpLocks/>
            <a:stCxn id="47" idx="2"/>
          </p:cNvCxnSpPr>
          <p:nvPr/>
        </p:nvCxnSpPr>
        <p:spPr>
          <a:xfrm rot="5400000">
            <a:off x="6294392" y="3994041"/>
            <a:ext cx="196165" cy="221806"/>
          </a:xfrm>
          <a:prstGeom prst="curvedConnector2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35BD0FD3-08F2-4ABB-906D-F27FA42B2E99}"/>
              </a:ext>
            </a:extLst>
          </p:cNvPr>
          <p:cNvSpPr txBox="1"/>
          <p:nvPr/>
        </p:nvSpPr>
        <p:spPr>
          <a:xfrm>
            <a:off x="6012775" y="3729863"/>
            <a:ext cx="981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220V</a:t>
            </a:r>
            <a:r>
              <a:rPr lang="zh-CN" altLang="en-US" sz="1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市电</a:t>
            </a:r>
            <a:endParaRPr lang="en-US" altLang="zh-CN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 rot="884135">
            <a:off x="5285826" y="3995751"/>
            <a:ext cx="1485203" cy="250984"/>
          </a:xfrm>
          <a:prstGeom prst="roundRect">
            <a:avLst>
              <a:gd name="adj" fmla="val 3719"/>
            </a:avLst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zh-CN" sz="1000" dirty="0" smtClean="0">
                <a:solidFill>
                  <a:schemeClr val="tx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sz="1000" dirty="0" smtClean="0">
                <a:solidFill>
                  <a:schemeClr val="tx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恒压驱动</a:t>
            </a: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8416153" y="4873850"/>
            <a:ext cx="158503" cy="32780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/>
        </p:nvSpPr>
        <p:spPr>
          <a:xfrm>
            <a:off x="8226371" y="4520784"/>
            <a:ext cx="1048888" cy="345103"/>
          </a:xfrm>
          <a:prstGeom prst="roundRect">
            <a:avLst>
              <a:gd name="adj" fmla="val 3719"/>
            </a:avLst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zh-CN" altLang="en-US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拼接配件</a:t>
            </a:r>
          </a:p>
        </p:txBody>
      </p:sp>
      <p:sp>
        <p:nvSpPr>
          <p:cNvPr id="5" name="矩形 4"/>
          <p:cNvSpPr/>
          <p:nvPr/>
        </p:nvSpPr>
        <p:spPr>
          <a:xfrm>
            <a:off x="8056880" y="1346845"/>
            <a:ext cx="388620" cy="154250"/>
          </a:xfrm>
          <a:prstGeom prst="rect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7826299" y="1063054"/>
            <a:ext cx="1048888" cy="266670"/>
          </a:xfrm>
          <a:prstGeom prst="roundRect">
            <a:avLst>
              <a:gd name="adj" fmla="val 3719"/>
            </a:avLst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281571" y="1731986"/>
            <a:ext cx="446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*</a:t>
            </a:r>
            <a:r>
              <a:rPr lang="zh-CN" altLang="en-US" sz="1200" b="1" dirty="0" smtClean="0">
                <a:solidFill>
                  <a:srgbClr val="FF0000"/>
                </a:solidFill>
                <a:latin typeface="+mn-ea"/>
              </a:rPr>
              <a:t>电源中间放置，最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zh-CN" altLang="en-US" sz="1200" b="1" dirty="0" smtClean="0">
                <a:solidFill>
                  <a:srgbClr val="FF0000"/>
                </a:solidFill>
                <a:latin typeface="+mn-ea"/>
              </a:rPr>
              <a:t>拼接 </a:t>
            </a:r>
            <a:r>
              <a:rPr lang="en-US" altLang="zh-CN" b="1" dirty="0" smtClean="0">
                <a:solidFill>
                  <a:srgbClr val="FF0000"/>
                </a:solidFill>
                <a:latin typeface="+mn-ea"/>
              </a:rPr>
              <a:t>10 </a:t>
            </a:r>
            <a:r>
              <a:rPr lang="zh-CN" altLang="en-US" sz="1200" b="1" dirty="0" smtClean="0">
                <a:solidFill>
                  <a:srgbClr val="FF0000"/>
                </a:solidFill>
                <a:latin typeface="+mn-ea"/>
              </a:rPr>
              <a:t>根灯</a:t>
            </a:r>
            <a:r>
              <a:rPr lang="en-US" altLang="zh-CN" sz="1200" b="1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400" b="1" dirty="0" smtClean="0">
                <a:solidFill>
                  <a:srgbClr val="FF0000"/>
                </a:solidFill>
                <a:latin typeface="+mn-ea"/>
              </a:rPr>
              <a:t>双向各五根</a:t>
            </a:r>
            <a:r>
              <a:rPr lang="zh-CN" altLang="en-US" sz="1200" b="1" dirty="0" smtClean="0">
                <a:solidFill>
                  <a:srgbClr val="FF0000"/>
                </a:solidFill>
                <a:latin typeface="+mn-ea"/>
              </a:rPr>
              <a:t>）</a:t>
            </a:r>
          </a:p>
        </p:txBody>
      </p:sp>
      <p:sp>
        <p:nvSpPr>
          <p:cNvPr id="28" name="圆角矩形 27"/>
          <p:cNvSpPr/>
          <p:nvPr/>
        </p:nvSpPr>
        <p:spPr>
          <a:xfrm>
            <a:off x="242482" y="1985486"/>
            <a:ext cx="667185" cy="345103"/>
          </a:xfrm>
          <a:prstGeom prst="roundRect">
            <a:avLst>
              <a:gd name="adj" fmla="val 3719"/>
            </a:avLst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zh-CN" altLang="en-US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端盖</a:t>
            </a:r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405442" y="2330589"/>
            <a:ext cx="61665" cy="240083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19A95E4-DF2B-7159-F6BD-D581C422E7A1}"/>
              </a:ext>
            </a:extLst>
          </p:cNvPr>
          <p:cNvSpPr txBox="1"/>
          <p:nvPr/>
        </p:nvSpPr>
        <p:spPr>
          <a:xfrm>
            <a:off x="5322719" y="461512"/>
            <a:ext cx="334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拼接款：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恒压方案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144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627751"/>
              </p:ext>
            </p:extLst>
          </p:nvPr>
        </p:nvGraphicFramePr>
        <p:xfrm>
          <a:off x="664234" y="1377113"/>
          <a:ext cx="10683191" cy="44212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78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807">
                  <a:extLst>
                    <a:ext uri="{9D8B030D-6E8A-4147-A177-3AD203B41FA5}">
                      <a16:colId xmlns:a16="http://schemas.microsoft.com/office/drawing/2014/main" val="665703165"/>
                    </a:ext>
                  </a:extLst>
                </a:gridCol>
                <a:gridCol w="1507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4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1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74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076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40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60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80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100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120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150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功率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20W</a:t>
                      </a:r>
                      <a:endParaRPr lang="zh-CN" altLang="en-US" sz="1600" b="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20W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30W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30W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40W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40W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光效</a:t>
                      </a:r>
                      <a:r>
                        <a:rPr lang="en-US" altLang="zh-CN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单灯）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100lm/W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110lm/W</a:t>
                      </a:r>
                      <a:endParaRPr lang="zh-CN" altLang="en-US" sz="16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b="0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4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色温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5700K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06682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尺寸</a:t>
                      </a:r>
                      <a:r>
                        <a:rPr lang="en-US" altLang="zh-CN" sz="1600" b="0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600" b="0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吊</a:t>
                      </a:r>
                      <a:endParaRPr lang="zh-CN" altLang="en-US" sz="1600" b="0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1207*60*40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1207*80*40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1207*100*40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1207*120*40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1207*150*40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尺寸</a:t>
                      </a:r>
                      <a:r>
                        <a:rPr lang="en-US" altLang="zh-CN" sz="1600" b="0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600" b="0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嵌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1219*56*35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1219*76*35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1219*96*35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1219*116*35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1219*136*35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1219*166*35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313542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显指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  <a:endParaRPr lang="zh-CN" altLang="en-US" sz="1600" b="0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342828335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PF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0.9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accent1"/>
                        </a:solidFill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accent1"/>
                        </a:solidFill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accent1"/>
                        </a:solidFill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accent1"/>
                        </a:solidFill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303924243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控制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开关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安装方式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嵌装</a:t>
                      </a:r>
                      <a:endParaRPr lang="zh-CN" altLang="en-US" sz="1600" b="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嵌装</a:t>
                      </a: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吊装</a:t>
                      </a:r>
                      <a:endParaRPr lang="zh-CN" altLang="en-US" sz="1600" b="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 smtClean="0">
                        <a:solidFill>
                          <a:schemeClr val="accent1"/>
                        </a:solidFill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921326"/>
                  </a:ext>
                </a:extLst>
              </a:tr>
            </a:tbl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D36F9658-716B-04FD-845F-F47964D26CD3}"/>
              </a:ext>
            </a:extLst>
          </p:cNvPr>
          <p:cNvSpPr/>
          <p:nvPr/>
        </p:nvSpPr>
        <p:spPr>
          <a:xfrm>
            <a:off x="249828" y="276846"/>
            <a:ext cx="46826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尺寸齐全</a:t>
            </a:r>
            <a:r>
              <a: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(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单灯）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2492DA-C932-3C3D-EA9C-8FFC392BB274}"/>
              </a:ext>
            </a:extLst>
          </p:cNvPr>
          <p:cNvSpPr txBox="1"/>
          <p:nvPr/>
        </p:nvSpPr>
        <p:spPr>
          <a:xfrm>
            <a:off x="595223" y="6375418"/>
            <a:ext cx="6331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以上为典型配置参数</a:t>
            </a:r>
            <a:r>
              <a:rPr lang="zh-CN" altLang="en-US" sz="1600" i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，支持色温、</a:t>
            </a:r>
            <a:r>
              <a:rPr lang="zh-CN" altLang="en-US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金属色</a:t>
            </a:r>
            <a:r>
              <a:rPr lang="zh-CN" altLang="en-US" sz="1600" i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端盖、长度、上</a:t>
            </a:r>
            <a:r>
              <a:rPr lang="zh-CN" altLang="en-US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出光定制</a:t>
            </a:r>
            <a:endParaRPr lang="en-US" sz="1600" i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174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982929"/>
              </p:ext>
            </p:extLst>
          </p:nvPr>
        </p:nvGraphicFramePr>
        <p:xfrm>
          <a:off x="595223" y="1407984"/>
          <a:ext cx="10683192" cy="42356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78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808">
                  <a:extLst>
                    <a:ext uri="{9D8B030D-6E8A-4147-A177-3AD203B41FA5}">
                      <a16:colId xmlns:a16="http://schemas.microsoft.com/office/drawing/2014/main" val="665703165"/>
                    </a:ext>
                  </a:extLst>
                </a:gridCol>
                <a:gridCol w="1507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4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1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74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076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40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60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80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100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120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 smtClean="0"/>
                        <a:t>150</a:t>
                      </a:r>
                      <a:r>
                        <a:rPr lang="zh-CN" altLang="en-US" sz="1900" dirty="0" smtClean="0"/>
                        <a:t>宽</a:t>
                      </a:r>
                      <a:endParaRPr lang="zh-CN" altLang="en-US" sz="19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功率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20W</a:t>
                      </a:r>
                      <a:endParaRPr lang="zh-CN" altLang="en-US" sz="1600" b="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30W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30W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30W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40W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40W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光效</a:t>
                      </a:r>
                      <a:r>
                        <a:rPr lang="en-US" altLang="zh-CN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单灯）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80lm/W</a:t>
                      </a:r>
                      <a:endParaRPr lang="zh-CN" altLang="en-US" sz="16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85lm/W</a:t>
                      </a:r>
                      <a:endParaRPr lang="zh-CN" altLang="en-US" sz="16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b="0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色温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5700K</a:t>
                      </a:r>
                      <a:endParaRPr lang="zh-CN" altLang="en-US" sz="1600" b="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5700K/2700K-5700K</a:t>
                      </a:r>
                      <a:endParaRPr lang="zh-CN" altLang="en-US" sz="16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299563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拼接方式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直线</a:t>
                      </a:r>
                      <a:endParaRPr lang="zh-CN" altLang="en-US" sz="1200" b="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直线、</a:t>
                      </a:r>
                      <a:r>
                        <a:rPr lang="en-US" altLang="zh-CN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T</a:t>
                      </a:r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L</a:t>
                      </a:r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、十</a:t>
                      </a:r>
                      <a:endParaRPr lang="zh-CN" altLang="en-US" sz="1200" b="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直线、</a:t>
                      </a:r>
                      <a:r>
                        <a:rPr lang="en-US" altLang="zh-CN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T</a:t>
                      </a:r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L</a:t>
                      </a:r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、十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直线、</a:t>
                      </a:r>
                      <a:r>
                        <a:rPr lang="en-US" altLang="zh-CN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T</a:t>
                      </a:r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L</a:t>
                      </a:r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、十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直线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直线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705038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尺寸</a:t>
                      </a:r>
                      <a:r>
                        <a:rPr lang="en-US" altLang="zh-CN" sz="1600" b="0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600" b="0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吊</a:t>
                      </a:r>
                      <a:endParaRPr lang="zh-CN" altLang="en-US" sz="1600" b="0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1200*60*40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1200*80*40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1200*100*40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1200*120*40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1200*150*40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尺寸</a:t>
                      </a:r>
                      <a:r>
                        <a:rPr lang="en-US" altLang="zh-CN" sz="1600" b="0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600" b="0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嵌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1200*56*35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1200*76*35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1200*96*35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1200*116*35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1200*136*35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1200*166*35</a:t>
                      </a:r>
                      <a:endParaRPr lang="zh-CN" altLang="en-US" sz="1200" b="0" kern="1200" dirty="0" smtClean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313542"/>
                  </a:ext>
                </a:extLst>
              </a:tr>
              <a:tr h="4887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显指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  <a:endParaRPr lang="zh-CN" altLang="en-US" sz="1600" b="0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342828335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控制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开关</a:t>
                      </a:r>
                      <a:r>
                        <a:rPr kumimoji="0" lang="en-US" altLang="zh-CN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/DALI/BLE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 smtClean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安装方式</a:t>
                      </a:r>
                      <a:endParaRPr lang="zh-CN" altLang="en-US" sz="1600" b="1" kern="12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嵌装</a:t>
                      </a:r>
                      <a:endParaRPr lang="zh-CN" altLang="en-US" sz="1600" b="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嵌装</a:t>
                      </a:r>
                      <a:r>
                        <a:rPr lang="en-US" altLang="zh-CN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b="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吊装</a:t>
                      </a:r>
                      <a:endParaRPr lang="zh-CN" altLang="en-US" sz="1600" b="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 smtClean="0">
                        <a:solidFill>
                          <a:schemeClr val="accent1"/>
                        </a:solidFill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kern="1200" dirty="0" smtClean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921326"/>
                  </a:ext>
                </a:extLst>
              </a:tr>
            </a:tbl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D36F9658-716B-04FD-845F-F47964D26CD3}"/>
              </a:ext>
            </a:extLst>
          </p:cNvPr>
          <p:cNvSpPr/>
          <p:nvPr/>
        </p:nvSpPr>
        <p:spPr>
          <a:xfrm>
            <a:off x="249828" y="276846"/>
            <a:ext cx="46826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尺寸齐全</a:t>
            </a:r>
            <a:r>
              <a: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(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拼接）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B2492DA-C932-3C3D-EA9C-8FFC392BB274}"/>
              </a:ext>
            </a:extLst>
          </p:cNvPr>
          <p:cNvSpPr txBox="1"/>
          <p:nvPr/>
        </p:nvSpPr>
        <p:spPr>
          <a:xfrm>
            <a:off x="595223" y="6375418"/>
            <a:ext cx="6331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以上为典型配置参数</a:t>
            </a:r>
            <a:r>
              <a:rPr lang="zh-CN" altLang="en-US" sz="1600" i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，支持色温、</a:t>
            </a:r>
            <a:r>
              <a:rPr lang="zh-CN" altLang="en-US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金属色</a:t>
            </a:r>
            <a:r>
              <a:rPr lang="zh-CN" altLang="en-US" sz="1600" i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端盖、长度、上</a:t>
            </a:r>
            <a:r>
              <a:rPr lang="zh-CN" altLang="en-US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出光定制</a:t>
            </a:r>
            <a:endParaRPr lang="en-US" sz="1600" i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578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D36F9658-716B-04FD-845F-F47964D26CD3}"/>
              </a:ext>
            </a:extLst>
          </p:cNvPr>
          <p:cNvSpPr/>
          <p:nvPr/>
        </p:nvSpPr>
        <p:spPr>
          <a:xfrm>
            <a:off x="249828" y="276846"/>
            <a:ext cx="40911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单灯</a:t>
            </a:r>
            <a:r>
              <a:rPr lang="en-US" altLang="zh-CN" sz="28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sku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清单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004977"/>
              </p:ext>
            </p:extLst>
          </p:nvPr>
        </p:nvGraphicFramePr>
        <p:xfrm>
          <a:off x="802257" y="1451780"/>
          <a:ext cx="9800566" cy="4706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2038">
                  <a:extLst>
                    <a:ext uri="{9D8B030D-6E8A-4147-A177-3AD203B41FA5}">
                      <a16:colId xmlns:a16="http://schemas.microsoft.com/office/drawing/2014/main" val="2929949716"/>
                    </a:ext>
                  </a:extLst>
                </a:gridCol>
                <a:gridCol w="1212038">
                  <a:extLst>
                    <a:ext uri="{9D8B030D-6E8A-4147-A177-3AD203B41FA5}">
                      <a16:colId xmlns:a16="http://schemas.microsoft.com/office/drawing/2014/main" val="4024231511"/>
                    </a:ext>
                  </a:extLst>
                </a:gridCol>
                <a:gridCol w="3688245">
                  <a:extLst>
                    <a:ext uri="{9D8B030D-6E8A-4147-A177-3AD203B41FA5}">
                      <a16:colId xmlns:a16="http://schemas.microsoft.com/office/drawing/2014/main" val="2495930492"/>
                    </a:ext>
                  </a:extLst>
                </a:gridCol>
                <a:gridCol w="3688245">
                  <a:extLst>
                    <a:ext uri="{9D8B030D-6E8A-4147-A177-3AD203B41FA5}">
                      <a16:colId xmlns:a16="http://schemas.microsoft.com/office/drawing/2014/main" val="2506630664"/>
                    </a:ext>
                  </a:extLst>
                </a:gridCol>
              </a:tblGrid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尺寸规格</a:t>
                      </a:r>
                      <a:endParaRPr lang="zh-CN" altLang="en-US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物料代码</a:t>
                      </a:r>
                      <a:endParaRPr lang="en-US" altLang="zh-CN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物料描述</a:t>
                      </a:r>
                      <a:endParaRPr lang="zh-CN" altLang="en-US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053639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嵌装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-40-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529002045100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LBG12002004-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III-20W-1.2m-40-857-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嵌装单灯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620145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嵌装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-60-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529002045200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LBG12002002-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III-20W-1.2m-60-857-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kern="120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390986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嵌装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-80-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529002045300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LBG12003011-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III-30W-1.2m-80-857-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194505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嵌装</a:t>
                      </a:r>
                      <a:r>
                        <a:rPr lang="en-US" altLang="zh-CN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-100-</a:t>
                      </a:r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529002045400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LBG12003012-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III-30W-1.2m-100-857-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261763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嵌装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-120-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529002045500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LBG12004005-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III-40W-1.2m-120-857-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532709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嵌装</a:t>
                      </a:r>
                      <a:r>
                        <a:rPr lang="en-US" altLang="zh-CN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-150-</a:t>
                      </a:r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529002045600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LBG12004002-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III-40W-1.2m-150-857-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嵌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737574"/>
                  </a:ext>
                </a:extLst>
              </a:tr>
              <a:tr h="34816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</a:t>
                      </a:r>
                      <a:r>
                        <a:rPr lang="en-US" altLang="zh-CN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-60-</a:t>
                      </a:r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529000111600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LBG12002003-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III-20W-1.2m-60-857-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吊装单灯</a:t>
                      </a:r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573961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</a:t>
                      </a:r>
                      <a:r>
                        <a:rPr lang="en-US" altLang="zh-CN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-80-</a:t>
                      </a:r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529000111700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LBG12003009-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III-30W-1.2m-80-857-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837902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-100-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529000111800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LBG12003010-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III-30W-1.2m-100-857-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806047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</a:t>
                      </a:r>
                      <a:r>
                        <a:rPr lang="en-US" altLang="zh-CN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-120-</a:t>
                      </a:r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529000112000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LBG12004003-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III-40W-1.2m-120-857-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137162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</a:t>
                      </a:r>
                      <a:r>
                        <a:rPr lang="en-US" altLang="zh-CN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-150-</a:t>
                      </a:r>
                      <a:r>
                        <a:rPr lang="zh-CN" altLang="en-US" sz="1100" b="0" i="0" u="none" strike="noStrike" kern="120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529000112100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LBG12004004-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III-40W-1.2m-150-857-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8324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吊装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-100-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529000111900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LBG12003010-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朗型</a:t>
                      </a:r>
                      <a:r>
                        <a:rPr 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III-30W-1.2m-100-957-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单吊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三星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391589"/>
                  </a:ext>
                </a:extLst>
              </a:tr>
              <a:tr h="33527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吊绳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599007083600</a:t>
                      </a:r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R-</a:t>
                      </a:r>
                      <a:r>
                        <a:rPr lang="zh-CN" altLang="en-US" sz="11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吊线组件</a:t>
                      </a:r>
                      <a:r>
                        <a:rPr lang="en-US" altLang="zh-CN" sz="11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</a:t>
                      </a:r>
                      <a:r>
                        <a:rPr lang="zh-CN" altLang="en-US" sz="11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铁丝镀锌</a:t>
                      </a:r>
                      <a:r>
                        <a:rPr lang="en-US" altLang="zh-CN" sz="11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-1.5*1500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用于搭配吊装单灯的吊线，内含一对吊绳</a:t>
                      </a:r>
                      <a:endParaRPr lang="zh-CN" altLang="en-US" sz="1100" b="0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13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92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D36F9658-716B-04FD-845F-F47964D26CD3}"/>
              </a:ext>
            </a:extLst>
          </p:cNvPr>
          <p:cNvSpPr/>
          <p:nvPr/>
        </p:nvSpPr>
        <p:spPr>
          <a:xfrm>
            <a:off x="249828" y="276846"/>
            <a:ext cx="48093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拼接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灯体</a:t>
            </a:r>
            <a:r>
              <a:rPr lang="en-US" altLang="zh-CN" sz="28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sku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清单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655284"/>
              </p:ext>
            </p:extLst>
          </p:nvPr>
        </p:nvGraphicFramePr>
        <p:xfrm>
          <a:off x="595223" y="931660"/>
          <a:ext cx="9818600" cy="544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7362">
                  <a:extLst>
                    <a:ext uri="{9D8B030D-6E8A-4147-A177-3AD203B41FA5}">
                      <a16:colId xmlns:a16="http://schemas.microsoft.com/office/drawing/2014/main" val="2531218342"/>
                    </a:ext>
                  </a:extLst>
                </a:gridCol>
                <a:gridCol w="1132977">
                  <a:extLst>
                    <a:ext uri="{9D8B030D-6E8A-4147-A177-3AD203B41FA5}">
                      <a16:colId xmlns:a16="http://schemas.microsoft.com/office/drawing/2014/main" val="2535927980"/>
                    </a:ext>
                  </a:extLst>
                </a:gridCol>
                <a:gridCol w="3887461">
                  <a:extLst>
                    <a:ext uri="{9D8B030D-6E8A-4147-A177-3AD203B41FA5}">
                      <a16:colId xmlns:a16="http://schemas.microsoft.com/office/drawing/2014/main" val="2282822181"/>
                    </a:ext>
                  </a:extLst>
                </a:gridCol>
                <a:gridCol w="1058006">
                  <a:extLst>
                    <a:ext uri="{9D8B030D-6E8A-4147-A177-3AD203B41FA5}">
                      <a16:colId xmlns:a16="http://schemas.microsoft.com/office/drawing/2014/main" val="4256900183"/>
                    </a:ext>
                  </a:extLst>
                </a:gridCol>
                <a:gridCol w="2802794">
                  <a:extLst>
                    <a:ext uri="{9D8B030D-6E8A-4147-A177-3AD203B41FA5}">
                      <a16:colId xmlns:a16="http://schemas.microsoft.com/office/drawing/2014/main" val="2223106748"/>
                    </a:ext>
                  </a:extLst>
                </a:gridCol>
              </a:tblGrid>
              <a:tr h="247444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尺寸规格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1.2M</a:t>
                      </a:r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物料代码</a:t>
                      </a:r>
                      <a:endParaRPr lang="en-US" altLang="zh-CN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1.2M</a:t>
                      </a:r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物料描述</a:t>
                      </a:r>
                      <a:endParaRPr lang="zh-CN" altLang="en-US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0.6M</a:t>
                      </a:r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物料代码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0.6M</a:t>
                      </a:r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+mn-cs"/>
                        </a:rPr>
                        <a:t>物料描述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906900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嵌装</a:t>
                      </a:r>
                      <a:r>
                        <a:rPr lang="en-US" altLang="zh-CN" sz="1000" u="none" strike="noStrike" dirty="0">
                          <a:effectLst/>
                        </a:rPr>
                        <a:t>-40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 dirty="0">
                          <a:effectLst/>
                        </a:rPr>
                        <a:t>529002045700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LBG120020TT01-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III-20W-1.2m-40-857-</a:t>
                      </a:r>
                      <a:r>
                        <a:rPr lang="zh-CN" altLang="en-US" sz="1000" u="none" strike="noStrike" dirty="0">
                          <a:effectLst/>
                        </a:rPr>
                        <a:t>嵌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拼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529002059800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III-10W-0.6m-40-857-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嵌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909057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嵌装</a:t>
                      </a:r>
                      <a:r>
                        <a:rPr lang="en-US" altLang="zh-CN" sz="1000" u="none" strike="noStrike" dirty="0">
                          <a:effectLst/>
                        </a:rPr>
                        <a:t>-60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 dirty="0">
                          <a:effectLst/>
                        </a:rPr>
                        <a:t>529002045800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LBG120020TT02-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III-30W-1.2m-60-857-</a:t>
                      </a:r>
                      <a:r>
                        <a:rPr lang="zh-CN" altLang="en-US" sz="1000" u="none" strike="noStrike" dirty="0">
                          <a:effectLst/>
                        </a:rPr>
                        <a:t>嵌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拼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529002059900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III-15W-0.6m-60-857-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嵌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186873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嵌装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000" u="none" strike="noStrike" dirty="0">
                          <a:effectLst/>
                        </a:rPr>
                        <a:t>80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 dirty="0">
                          <a:effectLst/>
                        </a:rPr>
                        <a:t>529002045900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LBG120030TT01-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III-30W-1.2m-80-857-</a:t>
                      </a:r>
                      <a:r>
                        <a:rPr lang="zh-CN" altLang="en-US" sz="1000" u="none" strike="noStrike" dirty="0">
                          <a:effectLst/>
                        </a:rPr>
                        <a:t>嵌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拼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529002060000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III-15W-0.6m-80-857-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嵌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151655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嵌装</a:t>
                      </a:r>
                      <a:r>
                        <a:rPr lang="en-US" altLang="zh-CN" sz="1000" u="none" strike="noStrike" dirty="0">
                          <a:effectLst/>
                        </a:rPr>
                        <a:t>-100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529002046000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LBG120030TT02-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III-30W-1.2m-100-857-</a:t>
                      </a:r>
                      <a:r>
                        <a:rPr lang="zh-CN" altLang="en-US" sz="1000" u="none" strike="noStrike" dirty="0">
                          <a:effectLst/>
                        </a:rPr>
                        <a:t>嵌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拼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529002060100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III-15W-0.6m-100-857-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嵌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765096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嵌装</a:t>
                      </a:r>
                      <a:r>
                        <a:rPr lang="en-US" altLang="zh-CN" sz="1000" u="none" strike="noStrike" dirty="0">
                          <a:effectLst/>
                        </a:rPr>
                        <a:t>-120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529002046100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LBG120040TT01-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III-40W-1.2m-120-857-</a:t>
                      </a:r>
                      <a:r>
                        <a:rPr lang="zh-CN" altLang="en-US" sz="1000" u="none" strike="noStrike" dirty="0">
                          <a:effectLst/>
                        </a:rPr>
                        <a:t>嵌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拼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529002060200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III-20W-0.6m-120-857-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嵌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915818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嵌装</a:t>
                      </a:r>
                      <a:r>
                        <a:rPr lang="en-US" altLang="zh-CN" sz="1000" u="none" strike="noStrike" dirty="0">
                          <a:effectLst/>
                        </a:rPr>
                        <a:t>-150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529002046200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LBG120040TT02-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III-40W-1.2m-150-857-</a:t>
                      </a:r>
                      <a:r>
                        <a:rPr lang="zh-CN" altLang="en-US" sz="1000" u="none" strike="noStrike" dirty="0">
                          <a:effectLst/>
                        </a:rPr>
                        <a:t>嵌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拼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529002060300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III-20W-0.6m-150-857-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嵌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920430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嵌装双色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-60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529002046400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LBG120020TT04-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III-30W-1.2m-60-82757-</a:t>
                      </a:r>
                      <a:r>
                        <a:rPr lang="zh-CN" altLang="en-US" sz="1000" u="none" strike="noStrike" dirty="0">
                          <a:effectLst/>
                        </a:rPr>
                        <a:t>拼嵌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529002060500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III-15W-0.6m-60-82757-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022256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嵌装双色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000" u="none" strike="noStrike" dirty="0">
                          <a:effectLst/>
                        </a:rPr>
                        <a:t>80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 dirty="0">
                          <a:effectLst/>
                        </a:rPr>
                        <a:t>529002046500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LBG120030TT03-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III-30W-1.2m-80-82757-</a:t>
                      </a:r>
                      <a:r>
                        <a:rPr lang="zh-CN" altLang="en-US" sz="1000" u="none" strike="noStrike" dirty="0">
                          <a:effectLst/>
                        </a:rPr>
                        <a:t>拼嵌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529002060600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III-15W-0.6m-80-82757-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818512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嵌</a:t>
                      </a:r>
                      <a:r>
                        <a:rPr lang="zh-CN" altLang="en-US" sz="1000" u="none" strike="noStrike" dirty="0" smtClean="0">
                          <a:effectLst/>
                        </a:rPr>
                        <a:t>装双色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000" u="none" strike="noStrike" dirty="0">
                          <a:effectLst/>
                        </a:rPr>
                        <a:t>100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529002046600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LBG120030TT04-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III-30W1.2m-100-82757-</a:t>
                      </a:r>
                      <a:r>
                        <a:rPr lang="zh-CN" altLang="en-US" sz="1000" u="none" strike="noStrike" dirty="0">
                          <a:effectLst/>
                        </a:rPr>
                        <a:t>拼嵌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529002060700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III-15W0.6m-100-82757-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710192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嵌</a:t>
                      </a:r>
                      <a:r>
                        <a:rPr lang="zh-CN" altLang="en-US" sz="1000" u="none" strike="noStrike" dirty="0" smtClean="0">
                          <a:effectLst/>
                        </a:rPr>
                        <a:t>装双色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000" u="none" strike="noStrike" dirty="0">
                          <a:effectLst/>
                        </a:rPr>
                        <a:t>120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529002046700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LBG120040TT03-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III-40W1.2m-120-82757-</a:t>
                      </a:r>
                      <a:r>
                        <a:rPr lang="zh-CN" altLang="en-US" sz="1000" u="none" strike="noStrike" dirty="0">
                          <a:effectLst/>
                        </a:rPr>
                        <a:t>拼嵌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529002060800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III-20W0.6m-120-82757-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329482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嵌</a:t>
                      </a:r>
                      <a:r>
                        <a:rPr lang="zh-CN" altLang="en-US" sz="1000" u="none" strike="noStrike" dirty="0" smtClean="0">
                          <a:effectLst/>
                        </a:rPr>
                        <a:t>装双色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000" u="none" strike="noStrike" dirty="0">
                          <a:effectLst/>
                        </a:rPr>
                        <a:t>150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529002046800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LBG120040TT04-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III-40W1.2m-150-82757-</a:t>
                      </a:r>
                      <a:r>
                        <a:rPr lang="zh-CN" altLang="en-US" sz="1000" u="none" strike="noStrike" dirty="0">
                          <a:effectLst/>
                        </a:rPr>
                        <a:t>拼嵌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529002060900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III-20W0.6m-150-82757-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992524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吊装</a:t>
                      </a:r>
                      <a:r>
                        <a:rPr lang="en-US" altLang="zh-CN" sz="1000" u="none" strike="noStrike" dirty="0">
                          <a:effectLst/>
                        </a:rPr>
                        <a:t>-60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529000112200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LBG120020TT05-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III-30W-1.2m-60-857-</a:t>
                      </a:r>
                      <a:r>
                        <a:rPr lang="zh-CN" altLang="en-US" sz="1000" u="none" strike="noStrike" dirty="0">
                          <a:effectLst/>
                        </a:rPr>
                        <a:t>吊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拼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529000118300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III-15W-0.6m-60-857-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吊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192687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吊装</a:t>
                      </a:r>
                      <a:r>
                        <a:rPr lang="en-US" altLang="zh-CN" sz="1000" u="none" strike="noStrike">
                          <a:effectLst/>
                        </a:rPr>
                        <a:t>-80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529000112300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LBG120030TT05-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III-30W-1.2m-80-857-</a:t>
                      </a:r>
                      <a:r>
                        <a:rPr lang="zh-CN" altLang="en-US" sz="1000" u="none" strike="noStrike" dirty="0">
                          <a:effectLst/>
                        </a:rPr>
                        <a:t>吊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拼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529000118400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III-15W-0.6m-80-857-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吊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698155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吊装</a:t>
                      </a:r>
                      <a:r>
                        <a:rPr lang="en-US" altLang="zh-CN" sz="1000" u="none" strike="noStrike">
                          <a:effectLst/>
                        </a:rPr>
                        <a:t>-100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529000112400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LBG120030TT06-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III-30W-1.2m-100-857-</a:t>
                      </a:r>
                      <a:r>
                        <a:rPr lang="zh-CN" altLang="en-US" sz="1000" u="none" strike="noStrike" dirty="0">
                          <a:effectLst/>
                        </a:rPr>
                        <a:t>吊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拼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529000118500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III-15W-0.6m-100-857-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吊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050256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吊装</a:t>
                      </a:r>
                      <a:r>
                        <a:rPr lang="en-US" altLang="zh-CN" sz="1000" u="none" strike="noStrike" dirty="0">
                          <a:effectLst/>
                        </a:rPr>
                        <a:t>-120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529000112500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LBG120040TT05-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III-40W-1.2m-120-857-</a:t>
                      </a:r>
                      <a:r>
                        <a:rPr lang="zh-CN" altLang="en-US" sz="1000" u="none" strike="noStrike" dirty="0">
                          <a:effectLst/>
                        </a:rPr>
                        <a:t>吊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拼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529000118600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III-20W-0.6m-120-857-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吊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29937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吊装</a:t>
                      </a:r>
                      <a:r>
                        <a:rPr lang="en-US" altLang="zh-CN" sz="1000" u="none" strike="noStrike">
                          <a:effectLst/>
                        </a:rPr>
                        <a:t>-150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529000112600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LBG120040TT06-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III-40W-1.2m-150-857-</a:t>
                      </a:r>
                      <a:r>
                        <a:rPr lang="zh-CN" altLang="en-US" sz="1000" u="none" strike="noStrike" dirty="0">
                          <a:effectLst/>
                        </a:rPr>
                        <a:t>吊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拼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529000118700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III-20W-0.6m-150-857-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吊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27478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吊装双色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000" u="none" strike="noStrike" dirty="0">
                          <a:effectLst/>
                        </a:rPr>
                        <a:t>60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529000112700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LBG120020TT07-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III-30W-1.2m-60-82757-</a:t>
                      </a:r>
                      <a:r>
                        <a:rPr lang="zh-CN" altLang="en-US" sz="1000" u="none" strike="noStrike" dirty="0">
                          <a:effectLst/>
                        </a:rPr>
                        <a:t>拼吊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529000118800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III-15W-0.6m-60-82757-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拼吊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144272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吊装双色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000" u="none" strike="noStrike" dirty="0">
                          <a:effectLst/>
                        </a:rPr>
                        <a:t>80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529000112800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LBG120030TT07-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III-30W-1.2m-80-82757-</a:t>
                      </a:r>
                      <a:r>
                        <a:rPr lang="zh-CN" altLang="en-US" sz="1000" u="none" strike="noStrike" dirty="0">
                          <a:effectLst/>
                        </a:rPr>
                        <a:t>拼吊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529000118900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III-15W-0.6m-80-82757-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拼吊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266051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吊装双色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000" u="none" strike="noStrike" dirty="0">
                          <a:effectLst/>
                        </a:rPr>
                        <a:t>100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 dirty="0">
                          <a:effectLst/>
                        </a:rPr>
                        <a:t>529000112900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LBG120030TT08-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III-30W1.2m-100-82757-</a:t>
                      </a:r>
                      <a:r>
                        <a:rPr lang="zh-CN" altLang="en-US" sz="1000" u="none" strike="noStrike" dirty="0">
                          <a:effectLst/>
                        </a:rPr>
                        <a:t>拼吊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529000119000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III-15W0.6m-100-82757-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拼吊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923078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吊装双色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000" u="none" strike="noStrike" dirty="0">
                          <a:effectLst/>
                        </a:rPr>
                        <a:t>120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529000113000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LBG120040TT07-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III-40W1.2m-120-82757-</a:t>
                      </a:r>
                      <a:r>
                        <a:rPr lang="zh-CN" altLang="en-US" sz="1000" u="none" strike="noStrike" dirty="0">
                          <a:effectLst/>
                        </a:rPr>
                        <a:t>拼吊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529000119100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III-20W0.6m-120-82757-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拼吊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409628"/>
                  </a:ext>
                </a:extLst>
              </a:tr>
              <a:tr h="2474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吊装双色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000" u="none" strike="noStrike" dirty="0">
                          <a:effectLst/>
                        </a:rPr>
                        <a:t>150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>
                          <a:effectLst/>
                        </a:rPr>
                        <a:t>529000113100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LBG120040TT08-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III-40W1.2m-150-82757-</a:t>
                      </a:r>
                      <a:r>
                        <a:rPr lang="zh-CN" altLang="en-US" sz="1000" u="none" strike="noStrike" dirty="0">
                          <a:effectLst/>
                        </a:rPr>
                        <a:t>拼吊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529000119200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朗型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III-20W0.6m-150-82757-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拼吊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837716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01146" y="6481142"/>
            <a:ext cx="5407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chemeClr val="accent1"/>
                </a:solidFill>
                <a:latin typeface="+mn-ea"/>
              </a:rPr>
              <a:t>拼接吊装灯体需搭配</a:t>
            </a:r>
            <a:r>
              <a:rPr lang="zh-CN" altLang="en-US" sz="1200" b="1" dirty="0">
                <a:solidFill>
                  <a:schemeClr val="accent1"/>
                </a:solidFill>
                <a:latin typeface="+mn-ea"/>
              </a:rPr>
              <a:t>吊线</a:t>
            </a:r>
            <a:r>
              <a:rPr lang="zh-CN" altLang="en-US" sz="1200" b="1" dirty="0" smtClean="0">
                <a:solidFill>
                  <a:schemeClr val="accent1"/>
                </a:solidFill>
                <a:latin typeface="+mn-ea"/>
              </a:rPr>
              <a:t>配件</a:t>
            </a:r>
            <a:r>
              <a:rPr lang="en-US" altLang="zh-CN" sz="1200" b="1" dirty="0">
                <a:solidFill>
                  <a:schemeClr val="accent1"/>
                </a:solidFill>
                <a:latin typeface="+mn-ea"/>
              </a:rPr>
              <a:t>-</a:t>
            </a:r>
            <a:r>
              <a:rPr lang="en-US" altLang="zh-CN" sz="1200" b="1" dirty="0" smtClean="0">
                <a:solidFill>
                  <a:schemeClr val="accent1"/>
                </a:solidFill>
                <a:latin typeface="+mn-ea"/>
              </a:rPr>
              <a:t>529098037500  </a:t>
            </a:r>
            <a:r>
              <a:rPr lang="zh-CN" altLang="en-US" sz="1200" b="1" dirty="0" smtClean="0">
                <a:solidFill>
                  <a:schemeClr val="accent1"/>
                </a:solidFill>
                <a:latin typeface="+mn-ea"/>
              </a:rPr>
              <a:t>朗</a:t>
            </a:r>
            <a:r>
              <a:rPr lang="zh-CN" altLang="en-US" sz="1200" b="1" dirty="0">
                <a:solidFill>
                  <a:schemeClr val="accent1"/>
                </a:solidFill>
                <a:latin typeface="+mn-ea"/>
              </a:rPr>
              <a:t>型</a:t>
            </a:r>
            <a:r>
              <a:rPr lang="en-US" altLang="zh-CN" sz="1200" b="1" dirty="0">
                <a:solidFill>
                  <a:schemeClr val="accent1"/>
                </a:solidFill>
                <a:latin typeface="+mn-ea"/>
              </a:rPr>
              <a:t>III-</a:t>
            </a:r>
            <a:r>
              <a:rPr lang="zh-CN" altLang="en-US" sz="1200" b="1" dirty="0">
                <a:solidFill>
                  <a:schemeClr val="accent1"/>
                </a:solidFill>
                <a:latin typeface="+mn-ea"/>
              </a:rPr>
              <a:t>吊装配件（含吊线</a:t>
            </a:r>
            <a:r>
              <a:rPr lang="zh-CN" altLang="en-US" sz="1200" b="1" dirty="0" smtClean="0">
                <a:solidFill>
                  <a:schemeClr val="accent1"/>
                </a:solidFill>
                <a:latin typeface="+mn-ea"/>
              </a:rPr>
              <a:t>）</a:t>
            </a:r>
            <a:endParaRPr lang="zh-CN" altLang="en-US" sz="1200" b="1" dirty="0">
              <a:solidFill>
                <a:schemeClr val="accent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276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D36F9658-716B-04FD-845F-F47964D26CD3}"/>
              </a:ext>
            </a:extLst>
          </p:cNvPr>
          <p:cNvSpPr/>
          <p:nvPr/>
        </p:nvSpPr>
        <p:spPr>
          <a:xfrm>
            <a:off x="249828" y="276846"/>
            <a:ext cx="48093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拼接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灯体</a:t>
            </a:r>
            <a:r>
              <a:rPr lang="en-US" altLang="zh-CN" sz="28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sku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清单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1146" y="6481142"/>
            <a:ext cx="5407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chemeClr val="accent1"/>
                </a:solidFill>
                <a:latin typeface="+mn-ea"/>
              </a:rPr>
              <a:t>拼接吊装灯体需搭配</a:t>
            </a:r>
            <a:r>
              <a:rPr lang="zh-CN" altLang="en-US" sz="1200" b="1" dirty="0">
                <a:solidFill>
                  <a:schemeClr val="accent1"/>
                </a:solidFill>
                <a:latin typeface="+mn-ea"/>
              </a:rPr>
              <a:t>吊线</a:t>
            </a:r>
            <a:r>
              <a:rPr lang="zh-CN" altLang="en-US" sz="1200" b="1" dirty="0" smtClean="0">
                <a:solidFill>
                  <a:schemeClr val="accent1"/>
                </a:solidFill>
                <a:latin typeface="+mn-ea"/>
              </a:rPr>
              <a:t>配件</a:t>
            </a:r>
            <a:r>
              <a:rPr lang="en-US" altLang="zh-CN" sz="1200" b="1" dirty="0">
                <a:solidFill>
                  <a:schemeClr val="accent1"/>
                </a:solidFill>
                <a:latin typeface="+mn-ea"/>
              </a:rPr>
              <a:t>-</a:t>
            </a:r>
            <a:r>
              <a:rPr lang="en-US" altLang="zh-CN" sz="1200" b="1" dirty="0" smtClean="0">
                <a:solidFill>
                  <a:schemeClr val="accent1"/>
                </a:solidFill>
                <a:latin typeface="+mn-ea"/>
              </a:rPr>
              <a:t>529098037500  </a:t>
            </a:r>
            <a:r>
              <a:rPr lang="zh-CN" altLang="en-US" sz="1200" b="1" dirty="0" smtClean="0">
                <a:solidFill>
                  <a:schemeClr val="accent1"/>
                </a:solidFill>
                <a:latin typeface="+mn-ea"/>
              </a:rPr>
              <a:t>朗</a:t>
            </a:r>
            <a:r>
              <a:rPr lang="zh-CN" altLang="en-US" sz="1200" b="1" dirty="0">
                <a:solidFill>
                  <a:schemeClr val="accent1"/>
                </a:solidFill>
                <a:latin typeface="+mn-ea"/>
              </a:rPr>
              <a:t>型</a:t>
            </a:r>
            <a:r>
              <a:rPr lang="en-US" altLang="zh-CN" sz="1200" b="1" dirty="0">
                <a:solidFill>
                  <a:schemeClr val="accent1"/>
                </a:solidFill>
                <a:latin typeface="+mn-ea"/>
              </a:rPr>
              <a:t>III-</a:t>
            </a:r>
            <a:r>
              <a:rPr lang="zh-CN" altLang="en-US" sz="1200" b="1" dirty="0">
                <a:solidFill>
                  <a:schemeClr val="accent1"/>
                </a:solidFill>
                <a:latin typeface="+mn-ea"/>
              </a:rPr>
              <a:t>吊装配件（含吊线</a:t>
            </a:r>
            <a:r>
              <a:rPr lang="zh-CN" altLang="en-US" sz="1200" b="1" dirty="0" smtClean="0">
                <a:solidFill>
                  <a:schemeClr val="accent1"/>
                </a:solidFill>
                <a:latin typeface="+mn-ea"/>
              </a:rPr>
              <a:t>）</a:t>
            </a:r>
            <a:endParaRPr lang="zh-CN" altLang="en-US" sz="1200" b="1" dirty="0">
              <a:solidFill>
                <a:schemeClr val="accent1"/>
              </a:solidFill>
              <a:latin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312468"/>
              </p:ext>
            </p:extLst>
          </p:nvPr>
        </p:nvGraphicFramePr>
        <p:xfrm>
          <a:off x="594886" y="1130065"/>
          <a:ext cx="9653296" cy="51452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0978">
                  <a:extLst>
                    <a:ext uri="{9D8B030D-6E8A-4147-A177-3AD203B41FA5}">
                      <a16:colId xmlns:a16="http://schemas.microsoft.com/office/drawing/2014/main" val="2100670582"/>
                    </a:ext>
                  </a:extLst>
                </a:gridCol>
                <a:gridCol w="1964456">
                  <a:extLst>
                    <a:ext uri="{9D8B030D-6E8A-4147-A177-3AD203B41FA5}">
                      <a16:colId xmlns:a16="http://schemas.microsoft.com/office/drawing/2014/main" val="404013150"/>
                    </a:ext>
                  </a:extLst>
                </a:gridCol>
                <a:gridCol w="5977862">
                  <a:extLst>
                    <a:ext uri="{9D8B030D-6E8A-4147-A177-3AD203B41FA5}">
                      <a16:colId xmlns:a16="http://schemas.microsoft.com/office/drawing/2014/main" val="2248602702"/>
                    </a:ext>
                  </a:extLst>
                </a:gridCol>
              </a:tblGrid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尺寸规格</a:t>
                      </a:r>
                      <a:endParaRPr lang="zh-CN" altLang="en-US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物料代码</a:t>
                      </a:r>
                      <a:endParaRPr lang="en-US" altLang="zh-CN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物料描述</a:t>
                      </a:r>
                      <a:endParaRPr lang="zh-CN" altLang="en-US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259498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拼接嵌装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60-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529002046900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LBG04000801-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III-60-857-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嵌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45813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拼嵌装接</a:t>
                      </a:r>
                      <a:r>
                        <a:rPr lang="en-US" altLang="zh-CN" sz="1100" u="none" strike="noStrike" dirty="0">
                          <a:effectLst/>
                        </a:rPr>
                        <a:t>-60-</a:t>
                      </a:r>
                      <a:r>
                        <a:rPr lang="en-US" sz="1100" u="none" strike="noStrike" dirty="0">
                          <a:effectLst/>
                        </a:rPr>
                        <a:t>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529002047000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u="none" strike="noStrike" dirty="0">
                          <a:effectLst/>
                        </a:rPr>
                        <a:t>LBG04000802-朗型III-60-857-嵌-T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316534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拼接嵌装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60-</a:t>
                      </a:r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529002047100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LBG04000803-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III-60-857-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嵌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zh-CN" altLang="en-US" sz="1100" u="none" strike="noStrike" dirty="0">
                          <a:effectLst/>
                        </a:rPr>
                        <a:t>十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556777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拼接嵌装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80-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529002047200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LBG04001001-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III-80-857-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嵌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537479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拼接嵌装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80-</a:t>
                      </a:r>
                      <a:r>
                        <a:rPr lang="en-US" sz="1100" u="none" strike="noStrike" dirty="0">
                          <a:effectLst/>
                        </a:rPr>
                        <a:t>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529002047300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u="none" strike="noStrike" dirty="0">
                          <a:effectLst/>
                        </a:rPr>
                        <a:t>LBG04001002-朗型III-80-857-嵌-T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649281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拼接嵌装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80-</a:t>
                      </a:r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529002047400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LBG04001003-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III-80-857-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嵌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zh-CN" altLang="en-US" sz="1100" u="none" strike="noStrike" dirty="0">
                          <a:effectLst/>
                        </a:rPr>
                        <a:t>十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107585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拼接嵌装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100-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529002047500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LBG04001201-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III-100-857-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嵌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093375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拼接嵌装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100-</a:t>
                      </a:r>
                      <a:r>
                        <a:rPr lang="en-US" sz="1100" u="none" strike="noStrike" dirty="0">
                          <a:effectLst/>
                        </a:rPr>
                        <a:t>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529002047600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u="none" strike="noStrike" dirty="0">
                          <a:effectLst/>
                        </a:rPr>
                        <a:t>LBG04001202-朗型III-100-857-嵌-T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802978"/>
                  </a:ext>
                </a:extLst>
              </a:tr>
              <a:tr h="2609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拼接嵌装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100-</a:t>
                      </a:r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529002047700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LBG04001203-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III-100-857-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嵌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zh-CN" altLang="en-US" sz="1100" u="none" strike="noStrike" dirty="0">
                          <a:effectLst/>
                        </a:rPr>
                        <a:t>十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339888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拼接吊装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60-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529000113200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LBG04000804-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III-60-857-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吊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847148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拼接吊装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60-</a:t>
                      </a:r>
                      <a:r>
                        <a:rPr lang="en-US" sz="1100" u="none" strike="noStrike" dirty="0">
                          <a:effectLst/>
                        </a:rPr>
                        <a:t>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529000113300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u="none" strike="noStrike" dirty="0">
                          <a:effectLst/>
                        </a:rPr>
                        <a:t>LBG04000805-朗型III-60-857-吊-T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271185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拼接吊装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60-</a:t>
                      </a:r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529000113400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LBG04000806-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III-60-857-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吊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zh-CN" altLang="en-US" sz="1100" u="none" strike="noStrike" dirty="0">
                          <a:effectLst/>
                        </a:rPr>
                        <a:t>十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165831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拼接吊装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80-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529000113500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LBG04001004-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III-80-857-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吊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472924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拼接吊装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80-</a:t>
                      </a:r>
                      <a:r>
                        <a:rPr lang="en-US" sz="1100" u="none" strike="noStrike" dirty="0">
                          <a:effectLst/>
                        </a:rPr>
                        <a:t>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529000113600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u="none" strike="noStrike" dirty="0">
                          <a:effectLst/>
                        </a:rPr>
                        <a:t>LBG04001005-朗型III-80-857-吊-T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8348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拼接吊装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80-</a:t>
                      </a:r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529000113700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LBG04001006-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III-80-857-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吊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zh-CN" altLang="en-US" sz="1100" u="none" strike="noStrike" dirty="0">
                          <a:effectLst/>
                        </a:rPr>
                        <a:t>十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319626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拼接吊装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100-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529000113800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LBG04001204-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III-100-857-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吊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24471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拼接吊装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100-</a:t>
                      </a:r>
                      <a:r>
                        <a:rPr lang="en-US" sz="1100" u="none" strike="noStrike" dirty="0">
                          <a:effectLst/>
                        </a:rPr>
                        <a:t>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529000113900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u="none" strike="noStrike" dirty="0">
                          <a:effectLst/>
                        </a:rPr>
                        <a:t>LBG04001205-朗型III-100-857-吊-T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005127"/>
                  </a:ext>
                </a:extLst>
              </a:tr>
              <a:tr h="27135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 smtClean="0">
                          <a:effectLst/>
                        </a:rPr>
                        <a:t>拼接吊装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-</a:t>
                      </a:r>
                      <a:r>
                        <a:rPr lang="en-US" altLang="zh-CN" sz="1100" u="none" strike="noStrike" dirty="0">
                          <a:effectLst/>
                        </a:rPr>
                        <a:t>100-</a:t>
                      </a:r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529000114000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LBG04001206-</a:t>
                      </a:r>
                      <a:r>
                        <a:rPr lang="zh-CN" altLang="en-US" sz="1100" u="none" strike="noStrike" dirty="0">
                          <a:effectLst/>
                        </a:rPr>
                        <a:t>朗型</a:t>
                      </a:r>
                      <a:r>
                        <a:rPr lang="en-US" sz="1100" u="none" strike="noStrike" dirty="0">
                          <a:effectLst/>
                        </a:rPr>
                        <a:t>III-100-857-</a:t>
                      </a:r>
                      <a:r>
                        <a:rPr lang="zh-CN" altLang="en-US" sz="1100" u="none" strike="noStrike" dirty="0">
                          <a:effectLst/>
                        </a:rPr>
                        <a:t>吊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zh-CN" altLang="en-US" sz="1100" u="none" strike="noStrike" dirty="0">
                          <a:effectLst/>
                        </a:rPr>
                        <a:t>十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578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47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058263"/>
              </p:ext>
            </p:extLst>
          </p:nvPr>
        </p:nvGraphicFramePr>
        <p:xfrm>
          <a:off x="446055" y="800080"/>
          <a:ext cx="10837295" cy="5686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6245">
                  <a:extLst>
                    <a:ext uri="{9D8B030D-6E8A-4147-A177-3AD203B41FA5}">
                      <a16:colId xmlns:a16="http://schemas.microsoft.com/office/drawing/2014/main" val="3617598885"/>
                    </a:ext>
                  </a:extLst>
                </a:gridCol>
                <a:gridCol w="1361984">
                  <a:extLst>
                    <a:ext uri="{9D8B030D-6E8A-4147-A177-3AD203B41FA5}">
                      <a16:colId xmlns:a16="http://schemas.microsoft.com/office/drawing/2014/main" val="2509039615"/>
                    </a:ext>
                  </a:extLst>
                </a:gridCol>
                <a:gridCol w="4144533">
                  <a:extLst>
                    <a:ext uri="{9D8B030D-6E8A-4147-A177-3AD203B41FA5}">
                      <a16:colId xmlns:a16="http://schemas.microsoft.com/office/drawing/2014/main" val="3489040903"/>
                    </a:ext>
                  </a:extLst>
                </a:gridCol>
                <a:gridCol w="4144533">
                  <a:extLst>
                    <a:ext uri="{9D8B030D-6E8A-4147-A177-3AD203B41FA5}">
                      <a16:colId xmlns:a16="http://schemas.microsoft.com/office/drawing/2014/main" val="2063073514"/>
                    </a:ext>
                  </a:extLst>
                </a:gridCol>
              </a:tblGrid>
              <a:tr h="20231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尺寸规格</a:t>
                      </a:r>
                      <a:endParaRPr lang="zh-CN" altLang="en-US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物料代码</a:t>
                      </a:r>
                      <a:endParaRPr lang="en-US" altLang="zh-CN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物料描述</a:t>
                      </a:r>
                      <a:endParaRPr lang="zh-CN" altLang="en-US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03863"/>
                  </a:ext>
                </a:extLst>
              </a:tr>
              <a:tr h="20231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嵌装</a:t>
                      </a:r>
                      <a:r>
                        <a:rPr lang="en-US" altLang="zh-CN" sz="1000" u="none" strike="noStrike" dirty="0">
                          <a:effectLst/>
                        </a:rPr>
                        <a:t>-40-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</a:rPr>
                        <a:t>529098032900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r>
                        <a:rPr lang="en-US" altLang="zh-CN" sz="1000" u="none" strike="noStrike" dirty="0">
                          <a:effectLst/>
                        </a:rPr>
                        <a:t>-40-</a:t>
                      </a:r>
                      <a:r>
                        <a:rPr lang="zh-CN" altLang="en-US" sz="1000" u="none" strike="noStrike" dirty="0">
                          <a:effectLst/>
                        </a:rPr>
                        <a:t>嵌（</a:t>
                      </a:r>
                      <a:r>
                        <a:rPr lang="en-US" altLang="zh-CN" sz="1000" u="none" strike="noStrike" dirty="0">
                          <a:effectLst/>
                        </a:rPr>
                        <a:t>2pcs</a:t>
                      </a:r>
                      <a:r>
                        <a:rPr lang="zh-CN" altLang="en-US" sz="1000" u="none" strike="noStrike" dirty="0">
                          <a:effectLst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710931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嵌装</a:t>
                      </a:r>
                      <a:r>
                        <a:rPr lang="en-US" altLang="zh-CN" sz="1000" u="none" strike="noStrike" dirty="0">
                          <a:effectLst/>
                        </a:rPr>
                        <a:t>-60-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529098033000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r>
                        <a:rPr lang="en-US" altLang="zh-CN" sz="1000" u="none" strike="noStrike" dirty="0">
                          <a:effectLst/>
                        </a:rPr>
                        <a:t>-60-</a:t>
                      </a:r>
                      <a:r>
                        <a:rPr lang="zh-CN" altLang="en-US" sz="1000" u="none" strike="noStrike" dirty="0">
                          <a:effectLst/>
                        </a:rPr>
                        <a:t>嵌（</a:t>
                      </a:r>
                      <a:r>
                        <a:rPr lang="en-US" altLang="zh-CN" sz="1000" u="none" strike="noStrike" dirty="0">
                          <a:effectLst/>
                        </a:rPr>
                        <a:t>2pcs</a:t>
                      </a:r>
                      <a:r>
                        <a:rPr lang="zh-CN" altLang="en-US" sz="1000" u="none" strike="noStrike" dirty="0">
                          <a:effectLst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114038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嵌装</a:t>
                      </a:r>
                      <a:r>
                        <a:rPr lang="en-US" altLang="zh-CN" sz="1000" u="none" strike="noStrike" dirty="0">
                          <a:effectLst/>
                        </a:rPr>
                        <a:t>-80-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</a:rPr>
                        <a:t>529098033100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r>
                        <a:rPr lang="en-US" altLang="zh-CN" sz="1000" u="none" strike="noStrike" dirty="0">
                          <a:effectLst/>
                        </a:rPr>
                        <a:t>-80-</a:t>
                      </a:r>
                      <a:r>
                        <a:rPr lang="zh-CN" altLang="en-US" sz="1000" u="none" strike="noStrike" dirty="0">
                          <a:effectLst/>
                        </a:rPr>
                        <a:t>嵌（</a:t>
                      </a:r>
                      <a:r>
                        <a:rPr lang="en-US" altLang="zh-CN" sz="1000" u="none" strike="noStrike" dirty="0">
                          <a:effectLst/>
                        </a:rPr>
                        <a:t>2pcs</a:t>
                      </a:r>
                      <a:r>
                        <a:rPr lang="zh-CN" altLang="en-US" sz="1000" u="none" strike="noStrike" dirty="0">
                          <a:effectLst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492410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嵌装</a:t>
                      </a:r>
                      <a:r>
                        <a:rPr lang="en-US" altLang="zh-CN" sz="1000" u="none" strike="noStrike">
                          <a:effectLst/>
                        </a:rPr>
                        <a:t>-100-</a:t>
                      </a:r>
                      <a:r>
                        <a:rPr lang="zh-CN" altLang="en-US" sz="1000" u="none" strike="noStrike">
                          <a:effectLst/>
                        </a:rPr>
                        <a:t>端盖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529098033200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r>
                        <a:rPr lang="en-US" altLang="zh-CN" sz="1000" u="none" strike="noStrike" dirty="0">
                          <a:effectLst/>
                        </a:rPr>
                        <a:t>-100-</a:t>
                      </a:r>
                      <a:r>
                        <a:rPr lang="zh-CN" altLang="en-US" sz="1000" u="none" strike="noStrike" dirty="0">
                          <a:effectLst/>
                        </a:rPr>
                        <a:t>嵌（</a:t>
                      </a:r>
                      <a:r>
                        <a:rPr lang="en-US" altLang="zh-CN" sz="1000" u="none" strike="noStrike" dirty="0">
                          <a:effectLst/>
                        </a:rPr>
                        <a:t>2pcs</a:t>
                      </a:r>
                      <a:r>
                        <a:rPr lang="zh-CN" altLang="en-US" sz="1000" u="none" strike="noStrike" dirty="0">
                          <a:effectLst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167033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嵌装</a:t>
                      </a:r>
                      <a:r>
                        <a:rPr lang="en-US" altLang="zh-CN" sz="1000" u="none" strike="noStrike">
                          <a:effectLst/>
                        </a:rPr>
                        <a:t>-120-</a:t>
                      </a:r>
                      <a:r>
                        <a:rPr lang="zh-CN" altLang="en-US" sz="1000" u="none" strike="noStrike">
                          <a:effectLst/>
                        </a:rPr>
                        <a:t>端盖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</a:rPr>
                        <a:t>529098033300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r>
                        <a:rPr lang="en-US" altLang="zh-CN" sz="1000" u="none" strike="noStrike" dirty="0">
                          <a:effectLst/>
                        </a:rPr>
                        <a:t>-120-</a:t>
                      </a:r>
                      <a:r>
                        <a:rPr lang="zh-CN" altLang="en-US" sz="1000" u="none" strike="noStrike" dirty="0">
                          <a:effectLst/>
                        </a:rPr>
                        <a:t>嵌（</a:t>
                      </a:r>
                      <a:r>
                        <a:rPr lang="en-US" altLang="zh-CN" sz="1000" u="none" strike="noStrike" dirty="0">
                          <a:effectLst/>
                        </a:rPr>
                        <a:t>2pcs</a:t>
                      </a:r>
                      <a:r>
                        <a:rPr lang="zh-CN" altLang="en-US" sz="1000" u="none" strike="noStrike" dirty="0">
                          <a:effectLst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399161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嵌装</a:t>
                      </a:r>
                      <a:r>
                        <a:rPr lang="en-US" altLang="zh-CN" sz="1000" u="none" strike="noStrike">
                          <a:effectLst/>
                        </a:rPr>
                        <a:t>-150-</a:t>
                      </a:r>
                      <a:r>
                        <a:rPr lang="zh-CN" altLang="en-US" sz="1000" u="none" strike="noStrike">
                          <a:effectLst/>
                        </a:rPr>
                        <a:t>端盖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</a:rPr>
                        <a:t>529098033400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r>
                        <a:rPr lang="en-US" altLang="zh-CN" sz="1000" u="none" strike="noStrike" dirty="0">
                          <a:effectLst/>
                        </a:rPr>
                        <a:t>-150-</a:t>
                      </a:r>
                      <a:r>
                        <a:rPr lang="zh-CN" altLang="en-US" sz="1000" u="none" strike="noStrike" dirty="0">
                          <a:effectLst/>
                        </a:rPr>
                        <a:t>嵌（</a:t>
                      </a:r>
                      <a:r>
                        <a:rPr lang="en-US" altLang="zh-CN" sz="1000" u="none" strike="noStrike" dirty="0">
                          <a:effectLst/>
                        </a:rPr>
                        <a:t>2pcs</a:t>
                      </a:r>
                      <a:r>
                        <a:rPr lang="zh-CN" altLang="en-US" sz="1000" u="none" strike="noStrike" dirty="0">
                          <a:effectLst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593617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吊装</a:t>
                      </a:r>
                      <a:r>
                        <a:rPr lang="en-US" altLang="zh-CN" sz="1000" u="none" strike="noStrike">
                          <a:effectLst/>
                        </a:rPr>
                        <a:t>-60-</a:t>
                      </a:r>
                      <a:r>
                        <a:rPr lang="zh-CN" altLang="en-US" sz="1000" u="none" strike="noStrike">
                          <a:effectLst/>
                        </a:rPr>
                        <a:t>端盖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</a:rPr>
                        <a:t>529098033500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r>
                        <a:rPr lang="en-US" altLang="zh-CN" sz="1000" u="none" strike="noStrike" dirty="0">
                          <a:effectLst/>
                        </a:rPr>
                        <a:t>-60-</a:t>
                      </a:r>
                      <a:r>
                        <a:rPr lang="zh-CN" altLang="en-US" sz="1000" u="none" strike="noStrike" dirty="0">
                          <a:effectLst/>
                        </a:rPr>
                        <a:t>吊（</a:t>
                      </a:r>
                      <a:r>
                        <a:rPr lang="en-US" altLang="zh-CN" sz="1000" u="none" strike="noStrike" dirty="0">
                          <a:effectLst/>
                        </a:rPr>
                        <a:t>2pcs</a:t>
                      </a:r>
                      <a:r>
                        <a:rPr lang="zh-CN" altLang="en-US" sz="1000" u="none" strike="noStrike" dirty="0">
                          <a:effectLst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893890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吊装</a:t>
                      </a:r>
                      <a:r>
                        <a:rPr lang="en-US" altLang="zh-CN" sz="1000" u="none" strike="noStrike" dirty="0">
                          <a:effectLst/>
                        </a:rPr>
                        <a:t>-80-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</a:rPr>
                        <a:t>529098033600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r>
                        <a:rPr lang="en-US" altLang="zh-CN" sz="1000" u="none" strike="noStrike" dirty="0">
                          <a:effectLst/>
                        </a:rPr>
                        <a:t>-80-</a:t>
                      </a:r>
                      <a:r>
                        <a:rPr lang="zh-CN" altLang="en-US" sz="1000" u="none" strike="noStrike" dirty="0">
                          <a:effectLst/>
                        </a:rPr>
                        <a:t>吊（</a:t>
                      </a:r>
                      <a:r>
                        <a:rPr lang="en-US" altLang="zh-CN" sz="1000" u="none" strike="noStrike" dirty="0">
                          <a:effectLst/>
                        </a:rPr>
                        <a:t>2pcs</a:t>
                      </a:r>
                      <a:r>
                        <a:rPr lang="zh-CN" altLang="en-US" sz="1000" u="none" strike="noStrike" dirty="0">
                          <a:effectLst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88004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吊装</a:t>
                      </a:r>
                      <a:r>
                        <a:rPr lang="en-US" altLang="zh-CN" sz="1000" u="none" strike="noStrike">
                          <a:effectLst/>
                        </a:rPr>
                        <a:t>-100-</a:t>
                      </a:r>
                      <a:r>
                        <a:rPr lang="zh-CN" altLang="en-US" sz="1000" u="none" strike="noStrike">
                          <a:effectLst/>
                        </a:rPr>
                        <a:t>端盖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</a:rPr>
                        <a:t>529098033700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r>
                        <a:rPr lang="en-US" altLang="zh-CN" sz="1000" u="none" strike="noStrike" dirty="0">
                          <a:effectLst/>
                        </a:rPr>
                        <a:t>-100-</a:t>
                      </a:r>
                      <a:r>
                        <a:rPr lang="zh-CN" altLang="en-US" sz="1000" u="none" strike="noStrike" dirty="0">
                          <a:effectLst/>
                        </a:rPr>
                        <a:t>吊（</a:t>
                      </a:r>
                      <a:r>
                        <a:rPr lang="en-US" altLang="zh-CN" sz="1000" u="none" strike="noStrike" dirty="0">
                          <a:effectLst/>
                        </a:rPr>
                        <a:t>2pcs</a:t>
                      </a:r>
                      <a:r>
                        <a:rPr lang="zh-CN" altLang="en-US" sz="1000" u="none" strike="noStrike" dirty="0">
                          <a:effectLst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383636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吊装</a:t>
                      </a:r>
                      <a:r>
                        <a:rPr lang="en-US" altLang="zh-CN" sz="1000" u="none" strike="noStrike">
                          <a:effectLst/>
                        </a:rPr>
                        <a:t>-120-</a:t>
                      </a:r>
                      <a:r>
                        <a:rPr lang="zh-CN" altLang="en-US" sz="1000" u="none" strike="noStrike">
                          <a:effectLst/>
                        </a:rPr>
                        <a:t>端盖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529098033800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r>
                        <a:rPr lang="en-US" altLang="zh-CN" sz="1000" u="none" strike="noStrike" dirty="0">
                          <a:effectLst/>
                        </a:rPr>
                        <a:t>-120-</a:t>
                      </a:r>
                      <a:r>
                        <a:rPr lang="zh-CN" altLang="en-US" sz="1000" u="none" strike="noStrike" dirty="0">
                          <a:effectLst/>
                        </a:rPr>
                        <a:t>吊（</a:t>
                      </a:r>
                      <a:r>
                        <a:rPr lang="en-US" altLang="zh-CN" sz="1000" u="none" strike="noStrike" dirty="0">
                          <a:effectLst/>
                        </a:rPr>
                        <a:t>2pcs</a:t>
                      </a:r>
                      <a:r>
                        <a:rPr lang="zh-CN" altLang="en-US" sz="1000" u="none" strike="noStrike" dirty="0">
                          <a:effectLst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0015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吊装</a:t>
                      </a:r>
                      <a:r>
                        <a:rPr lang="en-US" altLang="zh-CN" sz="1000" u="none" strike="noStrike">
                          <a:effectLst/>
                        </a:rPr>
                        <a:t>-150-</a:t>
                      </a:r>
                      <a:r>
                        <a:rPr lang="zh-CN" altLang="en-US" sz="1000" u="none" strike="noStrike">
                          <a:effectLst/>
                        </a:rPr>
                        <a:t>端盖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</a:rPr>
                        <a:t>529098033900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端盖</a:t>
                      </a:r>
                      <a:r>
                        <a:rPr lang="en-US" altLang="zh-CN" sz="1000" u="none" strike="noStrike" dirty="0">
                          <a:effectLst/>
                        </a:rPr>
                        <a:t>-150-</a:t>
                      </a:r>
                      <a:r>
                        <a:rPr lang="zh-CN" altLang="en-US" sz="1000" u="none" strike="noStrike" dirty="0">
                          <a:effectLst/>
                        </a:rPr>
                        <a:t>吊（</a:t>
                      </a:r>
                      <a:r>
                        <a:rPr lang="en-US" altLang="zh-CN" sz="1000" u="none" strike="noStrike" dirty="0">
                          <a:effectLst/>
                        </a:rPr>
                        <a:t>2pcs</a:t>
                      </a:r>
                      <a:r>
                        <a:rPr lang="zh-CN" altLang="en-US" sz="1000" u="none" strike="noStrike" dirty="0">
                          <a:effectLst/>
                        </a:rPr>
                        <a:t>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930130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40-</a:t>
                      </a:r>
                      <a:r>
                        <a:rPr lang="zh-CN" altLang="en-US" sz="1000" u="none" strike="noStrike">
                          <a:effectLst/>
                        </a:rPr>
                        <a:t>扩散板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529098034000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扩散板配件</a:t>
                      </a:r>
                      <a:r>
                        <a:rPr lang="en-US" altLang="zh-CN" sz="1000" u="none" strike="noStrike" dirty="0">
                          <a:effectLst/>
                        </a:rPr>
                        <a:t>-40</a:t>
                      </a:r>
                      <a:r>
                        <a:rPr lang="zh-CN" altLang="en-US" sz="1000" u="none" strike="noStrike" dirty="0">
                          <a:effectLst/>
                        </a:rPr>
                        <a:t>宽</a:t>
                      </a:r>
                      <a:r>
                        <a:rPr lang="en-US" altLang="zh-CN" sz="1000" u="none" strike="noStrike" dirty="0">
                          <a:effectLst/>
                        </a:rPr>
                        <a:t>-20m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072838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60-</a:t>
                      </a:r>
                      <a:r>
                        <a:rPr lang="zh-CN" altLang="en-US" sz="1000" u="none" strike="noStrike">
                          <a:effectLst/>
                        </a:rPr>
                        <a:t>扩散板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529098034100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扩散板配件</a:t>
                      </a:r>
                      <a:r>
                        <a:rPr lang="en-US" altLang="zh-CN" sz="1000" u="none" strike="noStrike" dirty="0">
                          <a:effectLst/>
                        </a:rPr>
                        <a:t>-60</a:t>
                      </a:r>
                      <a:r>
                        <a:rPr lang="zh-CN" altLang="en-US" sz="1000" u="none" strike="noStrike" dirty="0">
                          <a:effectLst/>
                        </a:rPr>
                        <a:t>宽</a:t>
                      </a:r>
                      <a:r>
                        <a:rPr lang="en-US" altLang="zh-CN" sz="1000" u="none" strike="noStrike" dirty="0">
                          <a:effectLst/>
                        </a:rPr>
                        <a:t>-20m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395421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80-</a:t>
                      </a:r>
                      <a:r>
                        <a:rPr lang="zh-CN" altLang="en-US" sz="1000" u="none" strike="noStrike">
                          <a:effectLst/>
                        </a:rPr>
                        <a:t>扩散板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529098034200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扩散板配件</a:t>
                      </a:r>
                      <a:r>
                        <a:rPr lang="en-US" altLang="zh-CN" sz="1000" u="none" strike="noStrike" dirty="0">
                          <a:effectLst/>
                        </a:rPr>
                        <a:t>-80</a:t>
                      </a:r>
                      <a:r>
                        <a:rPr lang="zh-CN" altLang="en-US" sz="1000" u="none" strike="noStrike" dirty="0">
                          <a:effectLst/>
                        </a:rPr>
                        <a:t>宽</a:t>
                      </a:r>
                      <a:r>
                        <a:rPr lang="en-US" altLang="zh-CN" sz="1000" u="none" strike="noStrike" dirty="0">
                          <a:effectLst/>
                        </a:rPr>
                        <a:t>-20m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105929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100-</a:t>
                      </a:r>
                      <a:r>
                        <a:rPr lang="zh-CN" altLang="en-US" sz="1000" u="none" strike="noStrike">
                          <a:effectLst/>
                        </a:rPr>
                        <a:t>扩散板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529098034300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扩散板配件</a:t>
                      </a:r>
                      <a:r>
                        <a:rPr lang="en-US" altLang="zh-CN" sz="1000" u="none" strike="noStrike" dirty="0">
                          <a:effectLst/>
                        </a:rPr>
                        <a:t>-100</a:t>
                      </a:r>
                      <a:r>
                        <a:rPr lang="zh-CN" altLang="en-US" sz="1000" u="none" strike="noStrike" dirty="0">
                          <a:effectLst/>
                        </a:rPr>
                        <a:t>宽</a:t>
                      </a:r>
                      <a:r>
                        <a:rPr lang="en-US" altLang="zh-CN" sz="1000" u="none" strike="noStrike" dirty="0">
                          <a:effectLst/>
                        </a:rPr>
                        <a:t>-20m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20472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120-</a:t>
                      </a:r>
                      <a:r>
                        <a:rPr lang="zh-CN" altLang="en-US" sz="1000" u="none" strike="noStrike">
                          <a:effectLst/>
                        </a:rPr>
                        <a:t>扩散板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529098034400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扩散板配件</a:t>
                      </a:r>
                      <a:r>
                        <a:rPr lang="en-US" altLang="zh-CN" sz="1000" u="none" strike="noStrike" dirty="0">
                          <a:effectLst/>
                        </a:rPr>
                        <a:t>-120</a:t>
                      </a:r>
                      <a:r>
                        <a:rPr lang="zh-CN" altLang="en-US" sz="1000" u="none" strike="noStrike" dirty="0">
                          <a:effectLst/>
                        </a:rPr>
                        <a:t>宽</a:t>
                      </a:r>
                      <a:r>
                        <a:rPr lang="en-US" altLang="zh-CN" sz="1000" u="none" strike="noStrike" dirty="0">
                          <a:effectLst/>
                        </a:rPr>
                        <a:t>-20m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980299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150-</a:t>
                      </a:r>
                      <a:r>
                        <a:rPr lang="zh-CN" altLang="en-US" sz="1000" u="none" strike="noStrike">
                          <a:effectLst/>
                        </a:rPr>
                        <a:t>扩散板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529098034500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扩散板配件</a:t>
                      </a:r>
                      <a:r>
                        <a:rPr lang="en-US" altLang="zh-CN" sz="1000" u="none" strike="noStrike" dirty="0">
                          <a:effectLst/>
                        </a:rPr>
                        <a:t>-150</a:t>
                      </a:r>
                      <a:r>
                        <a:rPr lang="zh-CN" altLang="en-US" sz="1000" u="none" strike="noStrike" dirty="0">
                          <a:effectLst/>
                        </a:rPr>
                        <a:t>宽</a:t>
                      </a:r>
                      <a:r>
                        <a:rPr lang="en-US" altLang="zh-CN" sz="1000" u="none" strike="noStrike" dirty="0">
                          <a:effectLst/>
                        </a:rPr>
                        <a:t>-20m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159113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拼接配件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 smtClean="0">
                          <a:effectLst/>
                        </a:rPr>
                        <a:t>嵌装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529098035600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拼接配件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嵌装</a:t>
                      </a:r>
                      <a:r>
                        <a:rPr lang="en-US" altLang="zh-CN" sz="1000" u="none" strike="noStrike" dirty="0">
                          <a:effectLst/>
                        </a:rPr>
                        <a:t>-40/60/80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657224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拼接配件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 smtClean="0">
                          <a:effectLst/>
                        </a:rPr>
                        <a:t>嵌装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529098035700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拼接配件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嵌装</a:t>
                      </a:r>
                      <a:r>
                        <a:rPr lang="en-US" altLang="zh-CN" sz="1000" u="none" strike="noStrike" dirty="0">
                          <a:effectLst/>
                        </a:rPr>
                        <a:t>-100/120/150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798573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拼接配件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 smtClean="0">
                          <a:effectLst/>
                        </a:rPr>
                        <a:t>吊装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529098035800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拼接配件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吊装</a:t>
                      </a:r>
                      <a:r>
                        <a:rPr lang="en-US" altLang="zh-CN" sz="1000" u="none" strike="noStrike" dirty="0">
                          <a:effectLst/>
                        </a:rPr>
                        <a:t>-60/80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146425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拼接配件</a:t>
                      </a:r>
                      <a:r>
                        <a:rPr lang="en-US" altLang="zh-CN" sz="1000" u="none" strike="noStrike" dirty="0" smtClean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 smtClean="0">
                          <a:effectLst/>
                        </a:rPr>
                        <a:t>吊装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529098035900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拼接配件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吊装</a:t>
                      </a:r>
                      <a:r>
                        <a:rPr lang="en-US" altLang="zh-CN" sz="1000" u="none" strike="noStrike" dirty="0">
                          <a:effectLst/>
                        </a:rPr>
                        <a:t>-100/120/150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169471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配件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529098036000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输入线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单色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58132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配件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529098036100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输入线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</a:rPr>
                        <a:t>调色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836540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配件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529098036200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III-80/100</a:t>
                      </a:r>
                      <a:r>
                        <a:rPr lang="zh-CN" altLang="en-US" sz="1000" u="none" strike="noStrike" dirty="0">
                          <a:effectLst/>
                        </a:rPr>
                        <a:t>吸顶配件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55918"/>
                  </a:ext>
                </a:extLst>
              </a:tr>
              <a:tr h="2104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配件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529098036300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电源吸顶盒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200459"/>
                  </a:ext>
                </a:extLst>
              </a:tr>
              <a:tr h="232478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配件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529098037500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altLang="zh-CN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吊装配件（含吊线）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一对吊装配件和一对吊绳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708246"/>
                  </a:ext>
                </a:extLst>
              </a:tr>
            </a:tbl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D36F9658-716B-04FD-845F-F47964D26CD3}"/>
              </a:ext>
            </a:extLst>
          </p:cNvPr>
          <p:cNvSpPr/>
          <p:nvPr/>
        </p:nvSpPr>
        <p:spPr>
          <a:xfrm>
            <a:off x="249828" y="276846"/>
            <a:ext cx="48093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拼接配件</a:t>
            </a:r>
            <a:r>
              <a:rPr lang="en-US" altLang="zh-CN" sz="28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sku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清单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21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803292"/>
              </p:ext>
            </p:extLst>
          </p:nvPr>
        </p:nvGraphicFramePr>
        <p:xfrm>
          <a:off x="515066" y="1378047"/>
          <a:ext cx="10837295" cy="43622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6245">
                  <a:extLst>
                    <a:ext uri="{9D8B030D-6E8A-4147-A177-3AD203B41FA5}">
                      <a16:colId xmlns:a16="http://schemas.microsoft.com/office/drawing/2014/main" val="3617598885"/>
                    </a:ext>
                  </a:extLst>
                </a:gridCol>
                <a:gridCol w="1361984">
                  <a:extLst>
                    <a:ext uri="{9D8B030D-6E8A-4147-A177-3AD203B41FA5}">
                      <a16:colId xmlns:a16="http://schemas.microsoft.com/office/drawing/2014/main" val="2509039615"/>
                    </a:ext>
                  </a:extLst>
                </a:gridCol>
                <a:gridCol w="4144533">
                  <a:extLst>
                    <a:ext uri="{9D8B030D-6E8A-4147-A177-3AD203B41FA5}">
                      <a16:colId xmlns:a16="http://schemas.microsoft.com/office/drawing/2014/main" val="3489040903"/>
                    </a:ext>
                  </a:extLst>
                </a:gridCol>
                <a:gridCol w="4144533">
                  <a:extLst>
                    <a:ext uri="{9D8B030D-6E8A-4147-A177-3AD203B41FA5}">
                      <a16:colId xmlns:a16="http://schemas.microsoft.com/office/drawing/2014/main" val="2063073514"/>
                    </a:ext>
                  </a:extLst>
                </a:gridCol>
              </a:tblGrid>
              <a:tr h="44300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尺寸规格</a:t>
                      </a:r>
                      <a:endParaRPr lang="zh-CN" altLang="en-US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物料代码</a:t>
                      </a:r>
                      <a:endParaRPr lang="en-US" altLang="zh-CN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 dirty="0" smtClean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物料描述</a:t>
                      </a:r>
                      <a:endParaRPr lang="zh-CN" altLang="en-US" sz="1100" b="1" i="0" u="none" strike="noStrike" kern="12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03863"/>
                  </a:ext>
                </a:extLst>
              </a:tr>
              <a:tr h="37868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CCC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认证</a:t>
                      </a:r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-24V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驱动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820009002200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成品件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OP-IESVC0360024E1-01-</a:t>
                      </a:r>
                      <a:r>
                        <a:rPr lang="zh-CN" altLang="en-US" sz="1100" u="none" strike="noStrike" dirty="0">
                          <a:effectLst/>
                        </a:rPr>
                        <a:t>独立</a:t>
                      </a:r>
                      <a:r>
                        <a:rPr lang="en-US" altLang="zh-CN" sz="1100" u="none" strike="noStrike" dirty="0">
                          <a:effectLst/>
                        </a:rPr>
                        <a:t>36</a:t>
                      </a:r>
                      <a:r>
                        <a:rPr lang="en-US" sz="1100" u="none" strike="noStrike" dirty="0">
                          <a:effectLst/>
                        </a:rPr>
                        <a:t>W</a:t>
                      </a:r>
                      <a:r>
                        <a:rPr lang="zh-CN" altLang="en-US" sz="1100" u="none" strike="noStrike" dirty="0">
                          <a:effectLst/>
                        </a:rPr>
                        <a:t>恒压</a:t>
                      </a:r>
                      <a:r>
                        <a:rPr lang="en-US" altLang="zh-CN" sz="1100" u="none" strike="noStrike" dirty="0">
                          <a:effectLst/>
                        </a:rPr>
                        <a:t>24</a:t>
                      </a:r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r>
                        <a:rPr lang="zh-CN" altLang="en-US" sz="1100" u="none" strike="noStrike" dirty="0">
                          <a:effectLst/>
                        </a:rPr>
                        <a:t>端子式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187555"/>
                  </a:ext>
                </a:extLst>
              </a:tr>
              <a:tr h="34112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CCC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认证</a:t>
                      </a:r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-24V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驱动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820009000900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成品件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OP-IESVC0600024E1-01-</a:t>
                      </a:r>
                      <a:r>
                        <a:rPr lang="zh-CN" altLang="en-US" sz="1100" u="none" strike="noStrike" dirty="0">
                          <a:effectLst/>
                        </a:rPr>
                        <a:t>独立</a:t>
                      </a:r>
                      <a:r>
                        <a:rPr lang="en-US" altLang="zh-CN" sz="1100" u="none" strike="noStrike" dirty="0">
                          <a:effectLst/>
                        </a:rPr>
                        <a:t>60</a:t>
                      </a:r>
                      <a:r>
                        <a:rPr lang="en-US" sz="1100" u="none" strike="noStrike" dirty="0">
                          <a:effectLst/>
                        </a:rPr>
                        <a:t>W</a:t>
                      </a:r>
                      <a:r>
                        <a:rPr lang="zh-CN" altLang="en-US" sz="1100" u="none" strike="noStrike" dirty="0">
                          <a:effectLst/>
                        </a:rPr>
                        <a:t>恒压</a:t>
                      </a:r>
                      <a:r>
                        <a:rPr lang="en-US" altLang="zh-CN" sz="1100" u="none" strike="noStrike" dirty="0">
                          <a:effectLst/>
                        </a:rPr>
                        <a:t>24</a:t>
                      </a:r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r>
                        <a:rPr lang="zh-CN" altLang="en-US" sz="1100" u="none" strike="noStrike" dirty="0">
                          <a:effectLst/>
                        </a:rPr>
                        <a:t>端子式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490027"/>
                  </a:ext>
                </a:extLst>
              </a:tr>
              <a:tr h="32081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CCC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认证</a:t>
                      </a:r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-24V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驱动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820009000700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成品件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OP-IESVC1200024E1-01-</a:t>
                      </a:r>
                      <a:r>
                        <a:rPr lang="zh-CN" altLang="en-US" sz="1100" u="none" strike="noStrike" dirty="0">
                          <a:effectLst/>
                        </a:rPr>
                        <a:t>独立</a:t>
                      </a:r>
                      <a:r>
                        <a:rPr lang="en-US" altLang="zh-CN" sz="1100" u="none" strike="noStrike" dirty="0">
                          <a:effectLst/>
                        </a:rPr>
                        <a:t>120</a:t>
                      </a:r>
                      <a:r>
                        <a:rPr lang="en-US" sz="1100" u="none" strike="noStrike" dirty="0">
                          <a:effectLst/>
                        </a:rPr>
                        <a:t>W</a:t>
                      </a:r>
                      <a:r>
                        <a:rPr lang="zh-CN" altLang="en-US" sz="1100" u="none" strike="noStrike" dirty="0">
                          <a:effectLst/>
                        </a:rPr>
                        <a:t>恒压</a:t>
                      </a:r>
                      <a:r>
                        <a:rPr lang="en-US" altLang="zh-CN" sz="1100" u="none" strike="noStrike" dirty="0">
                          <a:effectLst/>
                        </a:rPr>
                        <a:t>24</a:t>
                      </a:r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r>
                        <a:rPr lang="zh-CN" altLang="en-US" sz="1100" u="none" strike="noStrike" dirty="0">
                          <a:effectLst/>
                        </a:rPr>
                        <a:t>端子式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592350"/>
                  </a:ext>
                </a:extLst>
              </a:tr>
              <a:tr h="3781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CCC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认证</a:t>
                      </a:r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-24V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驱动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820009002500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成品件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OP-IESVC2400024E1-01-</a:t>
                      </a:r>
                      <a:r>
                        <a:rPr lang="zh-CN" altLang="en-US" sz="1100" u="none" strike="noStrike" dirty="0">
                          <a:effectLst/>
                        </a:rPr>
                        <a:t>独立</a:t>
                      </a:r>
                      <a:r>
                        <a:rPr lang="en-US" altLang="zh-CN" sz="1100" u="none" strike="noStrike" dirty="0">
                          <a:effectLst/>
                        </a:rPr>
                        <a:t>240</a:t>
                      </a:r>
                      <a:r>
                        <a:rPr lang="en-US" sz="1100" u="none" strike="noStrike" dirty="0">
                          <a:effectLst/>
                        </a:rPr>
                        <a:t>W</a:t>
                      </a:r>
                      <a:r>
                        <a:rPr lang="zh-CN" altLang="en-US" sz="1100" u="none" strike="noStrike" dirty="0">
                          <a:effectLst/>
                        </a:rPr>
                        <a:t>恒压</a:t>
                      </a:r>
                      <a:r>
                        <a:rPr lang="en-US" altLang="zh-CN" sz="1100" u="none" strike="noStrike" dirty="0">
                          <a:effectLst/>
                        </a:rPr>
                        <a:t>24</a:t>
                      </a:r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r>
                        <a:rPr lang="zh-CN" altLang="en-US" sz="1100" u="none" strike="noStrike" dirty="0">
                          <a:effectLst/>
                        </a:rPr>
                        <a:t>端子式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664530"/>
                  </a:ext>
                </a:extLst>
              </a:tr>
              <a:tr h="3233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CQC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认证</a:t>
                      </a:r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-24V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驱动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820001002200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成品件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OP-IESVH0800024E1-01-</a:t>
                      </a:r>
                      <a:r>
                        <a:rPr lang="zh-CN" altLang="en-US" sz="1100" u="none" strike="noStrike" dirty="0">
                          <a:effectLst/>
                        </a:rPr>
                        <a:t>昆仑</a:t>
                      </a:r>
                      <a:r>
                        <a:rPr lang="en-US" sz="1100" u="none" strike="noStrike" dirty="0">
                          <a:effectLst/>
                        </a:rPr>
                        <a:t>Lite</a:t>
                      </a:r>
                      <a:r>
                        <a:rPr lang="zh-CN" altLang="en-US" sz="1100" u="none" strike="noStrike" dirty="0">
                          <a:effectLst/>
                        </a:rPr>
                        <a:t>电源</a:t>
                      </a:r>
                      <a:r>
                        <a:rPr lang="en-US" altLang="zh-CN" sz="1100" u="none" strike="noStrike" dirty="0">
                          <a:effectLst/>
                        </a:rPr>
                        <a:t>-24</a:t>
                      </a:r>
                      <a:r>
                        <a:rPr lang="en-US" sz="1100" u="none" strike="noStrike" dirty="0">
                          <a:effectLst/>
                        </a:rPr>
                        <a:t>V80W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111766"/>
                  </a:ext>
                </a:extLst>
              </a:tr>
              <a:tr h="3634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CQC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认证</a:t>
                      </a:r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-24V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驱动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820001002300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成品件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OP-IESVH1500024E1-01-</a:t>
                      </a:r>
                      <a:r>
                        <a:rPr lang="zh-CN" altLang="en-US" sz="1100" u="none" strike="noStrike" dirty="0">
                          <a:effectLst/>
                        </a:rPr>
                        <a:t>昆仑</a:t>
                      </a:r>
                      <a:r>
                        <a:rPr lang="en-US" sz="1100" u="none" strike="noStrike" dirty="0">
                          <a:effectLst/>
                        </a:rPr>
                        <a:t>Lite-24V150W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986202"/>
                  </a:ext>
                </a:extLst>
              </a:tr>
              <a:tr h="3689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CQC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认证</a:t>
                      </a:r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-24V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驱动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 smtClean="0">
                          <a:effectLst/>
                        </a:rPr>
                        <a:t>820001002400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成品件</a:t>
                      </a:r>
                      <a:r>
                        <a:rPr lang="en-US" altLang="zh-CN" sz="1100" u="none" strike="noStrike" dirty="0">
                          <a:effectLst/>
                        </a:rPr>
                        <a:t>-</a:t>
                      </a:r>
                      <a:r>
                        <a:rPr lang="en-US" sz="1100" u="none" strike="noStrike" dirty="0">
                          <a:effectLst/>
                        </a:rPr>
                        <a:t>OP-IESVH3000024E1-01-</a:t>
                      </a:r>
                      <a:r>
                        <a:rPr lang="zh-CN" altLang="en-US" sz="1100" u="none" strike="noStrike" dirty="0">
                          <a:effectLst/>
                        </a:rPr>
                        <a:t>昆仑</a:t>
                      </a:r>
                      <a:r>
                        <a:rPr lang="en-US" sz="1100" u="none" strike="noStrike" dirty="0">
                          <a:effectLst/>
                        </a:rPr>
                        <a:t>Lite-24V300W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565794"/>
                  </a:ext>
                </a:extLst>
              </a:tr>
              <a:tr h="331407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 smtClean="0">
                          <a:effectLst/>
                        </a:rPr>
                        <a:t>24V</a:t>
                      </a:r>
                      <a:r>
                        <a:rPr lang="zh-CN" altLang="en-US" sz="1000" u="none" strike="noStrike" dirty="0" smtClean="0">
                          <a:effectLst/>
                        </a:rPr>
                        <a:t>调色驱动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820009006900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u="none" strike="noStrike" dirty="0">
                          <a:effectLst/>
                        </a:rPr>
                        <a:t>成品件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en-US" sz="1000" u="none" strike="noStrike" dirty="0">
                          <a:effectLst/>
                        </a:rPr>
                        <a:t>OP-IDSVC0800024S2-01-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调色</a:t>
                      </a:r>
                      <a:r>
                        <a:rPr lang="en-US" altLang="zh-CN" sz="1000" u="none" strike="noStrike" dirty="0">
                          <a:effectLst/>
                        </a:rPr>
                        <a:t>80</a:t>
                      </a:r>
                      <a:r>
                        <a:rPr lang="en-US" sz="1000" u="none" strike="noStrike" dirty="0">
                          <a:effectLst/>
                        </a:rPr>
                        <a:t>W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229324"/>
                  </a:ext>
                </a:extLst>
              </a:tr>
              <a:tr h="34560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 smtClean="0">
                          <a:effectLst/>
                        </a:rPr>
                        <a:t>24V</a:t>
                      </a:r>
                      <a:r>
                        <a:rPr lang="zh-CN" altLang="en-US" sz="1000" u="none" strike="noStrike" dirty="0" smtClean="0">
                          <a:effectLst/>
                        </a:rPr>
                        <a:t>调色驱动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820009007100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u="none" strike="noStrike" dirty="0">
                          <a:effectLst/>
                        </a:rPr>
                        <a:t>成品件</a:t>
                      </a:r>
                      <a:r>
                        <a:rPr lang="en-US" altLang="zh-CN" sz="1000" u="none" strike="noStrike" dirty="0">
                          <a:effectLst/>
                        </a:rPr>
                        <a:t>-</a:t>
                      </a:r>
                      <a:r>
                        <a:rPr lang="en-US" sz="1000" u="none" strike="noStrike" dirty="0">
                          <a:effectLst/>
                        </a:rPr>
                        <a:t>OP-DY220/200-24CV/2-WB-</a:t>
                      </a:r>
                      <a:r>
                        <a:rPr lang="zh-CN" altLang="en-US" sz="1000" u="none" strike="noStrike" dirty="0">
                          <a:effectLst/>
                        </a:rPr>
                        <a:t>朗型</a:t>
                      </a:r>
                      <a:r>
                        <a:rPr lang="en-US" sz="1000" u="none" strike="noStrike" dirty="0">
                          <a:effectLst/>
                        </a:rPr>
                        <a:t>III-</a:t>
                      </a:r>
                      <a:r>
                        <a:rPr lang="zh-CN" altLang="en-US" sz="1000" u="none" strike="noStrike" dirty="0">
                          <a:effectLst/>
                        </a:rPr>
                        <a:t>调色</a:t>
                      </a:r>
                      <a:r>
                        <a:rPr lang="en-US" altLang="zh-CN" sz="1000" u="none" strike="noStrike" dirty="0">
                          <a:effectLst/>
                        </a:rPr>
                        <a:t>200</a:t>
                      </a:r>
                      <a:r>
                        <a:rPr lang="en-US" sz="1000" u="none" strike="noStrike" dirty="0">
                          <a:effectLst/>
                        </a:rPr>
                        <a:t>W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181300"/>
                  </a:ext>
                </a:extLst>
              </a:tr>
              <a:tr h="76775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 smtClean="0">
                          <a:effectLst/>
                        </a:rPr>
                        <a:t>蓝牙模块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dirty="0" smtClean="0">
                          <a:solidFill>
                            <a:schemeClr val="bg1"/>
                          </a:solidFill>
                          <a:latin typeface="+mn-ea"/>
                        </a:rPr>
                        <a:t>822006000100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solidFill>
                            <a:schemeClr val="bg1"/>
                          </a:solidFill>
                          <a:latin typeface="+mn-ea"/>
                        </a:rPr>
                        <a:t>OP-RY-IOT-CBX-QLV3-SIG</a:t>
                      </a:r>
                      <a:endParaRPr lang="zh-CN" altLang="en-US" sz="1000" dirty="0" smtClean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搭配调色驱动使用</a:t>
                      </a:r>
                      <a:endParaRPr lang="en-US" altLang="zh-C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002" marR="6002" marT="6002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656827"/>
                  </a:ext>
                </a:extLst>
              </a:tr>
            </a:tbl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D36F9658-716B-04FD-845F-F47964D26CD3}"/>
              </a:ext>
            </a:extLst>
          </p:cNvPr>
          <p:cNvSpPr/>
          <p:nvPr/>
        </p:nvSpPr>
        <p:spPr>
          <a:xfrm>
            <a:off x="249828" y="276846"/>
            <a:ext cx="51684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– 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拼接款电源</a:t>
            </a:r>
            <a:r>
              <a:rPr lang="en-US" altLang="zh-CN" sz="28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sku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清单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"/>
          <a:stretch>
            <a:fillRect/>
          </a:stretch>
        </p:blipFill>
        <p:spPr bwMode="auto">
          <a:xfrm>
            <a:off x="7656359" y="5026677"/>
            <a:ext cx="888619" cy="71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324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摆设布局&#10;&#10;描述已自动生成">
            <a:extLst>
              <a:ext uri="{FF2B5EF4-FFF2-40B4-BE49-F238E27FC236}">
                <a16:creationId xmlns:a16="http://schemas.microsoft.com/office/drawing/2014/main" id="{1FA05F5E-18BD-8A49-B537-C76C6FE6EB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81" t="17321"/>
          <a:stretch/>
        </p:blipFill>
        <p:spPr>
          <a:xfrm>
            <a:off x="0" y="0"/>
            <a:ext cx="9986839" cy="5527497"/>
          </a:xfrm>
          <a:prstGeom prst="rect">
            <a:avLst/>
          </a:prstGeom>
        </p:spPr>
      </p:pic>
      <p:sp>
        <p:nvSpPr>
          <p:cNvPr id="3" name="平行四边形 3">
            <a:extLst>
              <a:ext uri="{FF2B5EF4-FFF2-40B4-BE49-F238E27FC236}">
                <a16:creationId xmlns:a16="http://schemas.microsoft.com/office/drawing/2014/main" id="{B1A43781-579E-AA4F-BE61-894799F6F06D}"/>
              </a:ext>
            </a:extLst>
          </p:cNvPr>
          <p:cNvSpPr/>
          <p:nvPr/>
        </p:nvSpPr>
        <p:spPr>
          <a:xfrm>
            <a:off x="4890051" y="2981739"/>
            <a:ext cx="7354361" cy="3061252"/>
          </a:xfrm>
          <a:custGeom>
            <a:avLst/>
            <a:gdLst>
              <a:gd name="connsiteX0" fmla="*/ 0 w 8083826"/>
              <a:gd name="connsiteY0" fmla="*/ 3061252 h 3061252"/>
              <a:gd name="connsiteX1" fmla="*/ 765313 w 8083826"/>
              <a:gd name="connsiteY1" fmla="*/ 0 h 3061252"/>
              <a:gd name="connsiteX2" fmla="*/ 8083826 w 8083826"/>
              <a:gd name="connsiteY2" fmla="*/ 0 h 3061252"/>
              <a:gd name="connsiteX3" fmla="*/ 7318513 w 8083826"/>
              <a:gd name="connsiteY3" fmla="*/ 3061252 h 3061252"/>
              <a:gd name="connsiteX4" fmla="*/ 0 w 8083826"/>
              <a:gd name="connsiteY4" fmla="*/ 3061252 h 3061252"/>
              <a:gd name="connsiteX0" fmla="*/ 0 w 7354361"/>
              <a:gd name="connsiteY0" fmla="*/ 3061252 h 3061252"/>
              <a:gd name="connsiteX1" fmla="*/ 765313 w 7354361"/>
              <a:gd name="connsiteY1" fmla="*/ 0 h 3061252"/>
              <a:gd name="connsiteX2" fmla="*/ 7354361 w 7354361"/>
              <a:gd name="connsiteY2" fmla="*/ 20549 h 3061252"/>
              <a:gd name="connsiteX3" fmla="*/ 7318513 w 7354361"/>
              <a:gd name="connsiteY3" fmla="*/ 3061252 h 3061252"/>
              <a:gd name="connsiteX4" fmla="*/ 0 w 7354361"/>
              <a:gd name="connsiteY4" fmla="*/ 3061252 h 3061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54361" h="3061252">
                <a:moveTo>
                  <a:pt x="0" y="3061252"/>
                </a:moveTo>
                <a:lnTo>
                  <a:pt x="765313" y="0"/>
                </a:lnTo>
                <a:lnTo>
                  <a:pt x="7354361" y="20549"/>
                </a:lnTo>
                <a:lnTo>
                  <a:pt x="7318513" y="3061252"/>
                </a:lnTo>
                <a:lnTo>
                  <a:pt x="0" y="3061252"/>
                </a:lnTo>
                <a:close/>
              </a:path>
            </a:pathLst>
          </a:custGeom>
          <a:solidFill>
            <a:srgbClr val="013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324239-267C-ED4D-A90B-BCD056355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221" y="4877323"/>
            <a:ext cx="5811046" cy="4298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7DD858A-3E6E-1C49-9F0F-994A293E0152}"/>
              </a:ext>
            </a:extLst>
          </p:cNvPr>
          <p:cNvSpPr/>
          <p:nvPr/>
        </p:nvSpPr>
        <p:spPr>
          <a:xfrm>
            <a:off x="9199600" y="3521869"/>
            <a:ext cx="30547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THANK YOU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031DFC-B64B-E142-AC19-AE50998EEEBC}"/>
              </a:ext>
            </a:extLst>
          </p:cNvPr>
          <p:cNvSpPr/>
          <p:nvPr/>
        </p:nvSpPr>
        <p:spPr>
          <a:xfrm>
            <a:off x="10125807" y="401493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cs typeface="+mn-cs"/>
              </a:rPr>
              <a:t>感谢您的关注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B9A1307-3190-4B41-9E5F-154F264B30D2}"/>
              </a:ext>
            </a:extLst>
          </p:cNvPr>
          <p:cNvCxnSpPr>
            <a:cxnSpLocks/>
          </p:cNvCxnSpPr>
          <p:nvPr/>
        </p:nvCxnSpPr>
        <p:spPr>
          <a:xfrm>
            <a:off x="5757221" y="4446319"/>
            <a:ext cx="581104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84E3E69A-CE30-4344-B909-9EBF097DF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94" y="370182"/>
            <a:ext cx="1153722" cy="48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2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20838</TotalTime>
  <Words>2217</Words>
  <Application>Microsoft Office PowerPoint</Application>
  <PresentationFormat>宽屏</PresentationFormat>
  <Paragraphs>519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Microsoft YaHei Light</vt:lpstr>
      <vt:lpstr>等线</vt:lpstr>
      <vt:lpstr>等线 Light</vt:lpstr>
      <vt:lpstr>方正兰亭准黑简体</vt:lpstr>
      <vt:lpstr>宋体</vt:lpstr>
      <vt:lpstr>微软雅黑</vt:lpstr>
      <vt:lpstr>Arial</vt:lpstr>
      <vt:lpstr>Calibri</vt:lpstr>
      <vt:lpstr>Calibri Light</vt:lpstr>
      <vt:lpstr>Times New Roman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胡 宇豪</dc:creator>
  <cp:lastModifiedBy>qilin zhu(朱其霖)</cp:lastModifiedBy>
  <cp:revision>245</cp:revision>
  <dcterms:created xsi:type="dcterms:W3CDTF">2022-10-31T05:51:01Z</dcterms:created>
  <dcterms:modified xsi:type="dcterms:W3CDTF">2024-04-22T01:11:32Z</dcterms:modified>
</cp:coreProperties>
</file>