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57" r:id="rId4"/>
    <p:sldId id="256" r:id="rId5"/>
    <p:sldId id="258" r:id="rId6"/>
    <p:sldId id="259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68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3810"/>
          <a:stretch>
            <a:fillRect/>
          </a:stretch>
        </p:blipFill>
        <p:spPr>
          <a:xfrm>
            <a:off x="934720" y="1101725"/>
            <a:ext cx="9747250" cy="3832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8305" y="207645"/>
            <a:ext cx="62464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睿壹系统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SDL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天幕场景调试方式：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b="1">
              <a:solidFill>
                <a:schemeClr val="tx1"/>
              </a:solidFill>
            </a:endParaRPr>
          </a:p>
          <a:p>
            <a:r>
              <a:rPr lang="en-US" altLang="zh-CN"/>
              <a:t> 1.</a:t>
            </a:r>
            <a:r>
              <a:rPr lang="zh-CN" altLang="en-US"/>
              <a:t>进入项目房间后，新增场景，选择图片</a:t>
            </a:r>
            <a:r>
              <a:rPr lang="zh-CN" altLang="en-US"/>
              <a:t>场景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222"/>
          <a:stretch>
            <a:fillRect/>
          </a:stretch>
        </p:blipFill>
        <p:spPr>
          <a:xfrm>
            <a:off x="312420" y="938530"/>
            <a:ext cx="11572875" cy="49256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12420" y="247015"/>
            <a:ext cx="358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样式选择右侧</a:t>
            </a:r>
            <a:r>
              <a:rPr lang="en-US" altLang="zh-CN"/>
              <a:t>S</a:t>
            </a:r>
            <a:r>
              <a:rPr lang="zh-CN" altLang="en-US"/>
              <a:t>型</a:t>
            </a:r>
            <a:r>
              <a:rPr lang="zh-CN" altLang="en-US"/>
              <a:t>样式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435" y="1822450"/>
            <a:ext cx="11022965" cy="32131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9595" y="391795"/>
            <a:ext cx="9124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，同时选中同一片天幕中的所有控制器（注意先识别并命名区分），确认后进入</a:t>
            </a:r>
            <a:r>
              <a:rPr lang="zh-CN" altLang="en-US"/>
              <a:t>下一步。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9595" y="391795"/>
            <a:ext cx="9730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4.1</a:t>
            </a:r>
            <a:r>
              <a:rPr lang="zh-CN" altLang="en-US"/>
              <a:t>，在每个控制器后面的对话框中填写每一列</a:t>
            </a:r>
            <a:r>
              <a:rPr lang="en-US" altLang="zh-CN"/>
              <a:t>/</a:t>
            </a:r>
            <a:r>
              <a:rPr lang="zh-CN" altLang="en-US"/>
              <a:t>每一行布置的模组数量</a:t>
            </a:r>
            <a:r>
              <a:rPr lang="en-US" altLang="zh-CN"/>
              <a:t>——</a:t>
            </a:r>
            <a:r>
              <a:rPr lang="zh-CN" altLang="en-US"/>
              <a:t>这个要准确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595" y="2086610"/>
            <a:ext cx="11220450" cy="38417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073015" y="3696970"/>
            <a:ext cx="5226050" cy="16211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818120" y="5776595"/>
            <a:ext cx="10452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每行</a:t>
            </a:r>
            <a:r>
              <a:rPr lang="en-US" altLang="zh-CN"/>
              <a:t>/</a:t>
            </a:r>
            <a:r>
              <a:rPr lang="zh-CN" altLang="en-US"/>
              <a:t>每列的模组</a:t>
            </a:r>
            <a:r>
              <a:rPr lang="zh-CN" altLang="en-US"/>
              <a:t>数量</a:t>
            </a:r>
            <a:endParaRPr lang="zh-CN" altLang="en-US"/>
          </a:p>
        </p:txBody>
      </p:sp>
      <p:cxnSp>
        <p:nvCxnSpPr>
          <p:cNvPr id="7" name="直接连接符 6"/>
          <p:cNvCxnSpPr>
            <a:stCxn id="4" idx="0"/>
            <a:endCxn id="3" idx="2"/>
          </p:cNvCxnSpPr>
          <p:nvPr/>
        </p:nvCxnSpPr>
        <p:spPr>
          <a:xfrm flipH="1" flipV="1">
            <a:off x="7686040" y="5318125"/>
            <a:ext cx="654685" cy="4584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110865" y="2870200"/>
            <a:ext cx="1885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控制器名，代表不同的模组</a:t>
            </a:r>
            <a:r>
              <a:rPr lang="zh-CN" altLang="en-US"/>
              <a:t>串</a:t>
            </a:r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2066925" y="3238500"/>
            <a:ext cx="1043940" cy="394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9595" y="391795"/>
            <a:ext cx="1118171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4.2</a:t>
            </a:r>
            <a:r>
              <a:rPr lang="zh-CN" altLang="en-US"/>
              <a:t>，</a:t>
            </a:r>
            <a:r>
              <a:rPr lang="zh-CN"/>
              <a:t>选择合适的图片</a:t>
            </a:r>
            <a:r>
              <a:rPr lang="en-US" altLang="zh-CN"/>
              <a:t>/</a:t>
            </a:r>
            <a:r>
              <a:rPr lang="zh-CN" altLang="en-US"/>
              <a:t>按系统要求导入自定义图片：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在上方选择不同的控制器，选中后会以深色显示；同时在下方图片预览框中这个控制器代表的灯串会高亮显示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如下图红框显示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在下方预览的图片中可以绘制路径，注意需要按照顺序在图片上绘制</a:t>
            </a:r>
            <a:r>
              <a:rPr lang="en-US" altLang="zh-CN"/>
              <a:t>(</a:t>
            </a:r>
            <a:r>
              <a:rPr lang="zh-CN" altLang="en-US"/>
              <a:t>绘图方向可以是竖直或水平</a:t>
            </a:r>
            <a:r>
              <a:rPr lang="en-US" altLang="zh-CN"/>
              <a:t>)</a:t>
            </a:r>
            <a:r>
              <a:rPr lang="zh-CN" altLang="en-US"/>
              <a:t>，图中的每个点代表一个模组的位置，点亮时会抓取这个位置颜色亮度信息；绘图时尽量均匀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每一个连续的路径代表由同一控制器控制的模组；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绘制完成后点</a:t>
            </a:r>
            <a:r>
              <a:rPr lang="en-US" altLang="zh-CN"/>
              <a:t> </a:t>
            </a:r>
            <a:r>
              <a:rPr lang="zh-CN" altLang="en-US"/>
              <a:t>保存</a:t>
            </a:r>
            <a:r>
              <a:rPr lang="en-US" altLang="zh-CN"/>
              <a:t> </a:t>
            </a:r>
            <a:r>
              <a:rPr lang="zh-CN" altLang="en-US"/>
              <a:t>即可。</a:t>
            </a:r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7294880" y="2162175"/>
            <a:ext cx="3869055" cy="4312285"/>
            <a:chOff x="1193" y="3712"/>
            <a:chExt cx="5958" cy="6588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93" y="3712"/>
              <a:ext cx="5959" cy="6588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372" y="4194"/>
              <a:ext cx="1391" cy="580"/>
            </a:xfrm>
            <a:prstGeom prst="rect">
              <a:avLst/>
            </a:prstGeom>
            <a:noFill/>
            <a:ln w="12700" cmpd="sng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607" y="6921"/>
              <a:ext cx="1695" cy="3378"/>
            </a:xfrm>
            <a:prstGeom prst="rect">
              <a:avLst/>
            </a:prstGeom>
            <a:noFill/>
            <a:ln w="12700" cmpd="sng">
              <a:solidFill>
                <a:srgbClr val="FF0000"/>
              </a:solidFill>
              <a:prstDash val="solid"/>
            </a:ln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commondata" val="eyJoZGlkIjoiZmRjNzQwNjVjZTdjNDNhOGJiZWU1NmMwOTUzYWI0NDg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WPS 演示</Application>
  <PresentationFormat>宽屏</PresentationFormat>
  <Paragraphs>21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OP027429</dc:creator>
  <cp:lastModifiedBy>薛永</cp:lastModifiedBy>
  <cp:revision>156</cp:revision>
  <dcterms:created xsi:type="dcterms:W3CDTF">2019-06-19T02:08:00Z</dcterms:created>
  <dcterms:modified xsi:type="dcterms:W3CDTF">2024-07-02T07:42:11Z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C7B069721C4645F1BB29243C6865C427_11</vt:lpwstr>
  </property>
</Properties>
</file>