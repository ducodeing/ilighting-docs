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dp" ContentType="image/vnd.ms-photo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2.svg" ContentType="image/svg+xml"/>
  <Override PartName="/ppt/media/image114.svg" ContentType="image/svg+xml"/>
  <Override PartName="/ppt/media/image13.svg" ContentType="image/svg+xml"/>
  <Override PartName="/ppt/media/image16.svg" ContentType="image/svg+xml"/>
  <Override PartName="/ppt/media/image19.svg" ContentType="image/svg+xml"/>
  <Override PartName="/ppt/media/image26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6767032" r:id="rId3"/>
    <p:sldId id="16767269" r:id="rId5"/>
    <p:sldId id="14999975" r:id="rId6"/>
    <p:sldId id="14999976" r:id="rId7"/>
    <p:sldId id="16767268" r:id="rId8"/>
    <p:sldId id="16767256" r:id="rId9"/>
    <p:sldId id="16767050" r:id="rId10"/>
    <p:sldId id="16767030" r:id="rId11"/>
    <p:sldId id="16767267" r:id="rId12"/>
    <p:sldId id="16767225" r:id="rId13"/>
    <p:sldId id="16767026" r:id="rId14"/>
    <p:sldId id="16767038" r:id="rId15"/>
    <p:sldId id="16767027" r:id="rId16"/>
    <p:sldId id="14999946" r:id="rId17"/>
    <p:sldId id="14998696" r:id="rId18"/>
    <p:sldId id="16767238" r:id="rId19"/>
    <p:sldId id="16767241" r:id="rId20"/>
    <p:sldId id="16767248" r:id="rId21"/>
    <p:sldId id="16767039" r:id="rId22"/>
    <p:sldId id="16767249" r:id="rId23"/>
    <p:sldId id="14999628" r:id="rId24"/>
    <p:sldId id="16767223" r:id="rId25"/>
    <p:sldId id="16767244" r:id="rId26"/>
    <p:sldId id="16767266" r:id="rId27"/>
    <p:sldId id="16767270" r:id="rId28"/>
    <p:sldId id="16767271" r:id="rId29"/>
    <p:sldId id="440" r:id="rId30"/>
    <p:sldId id="373" r:id="rId31"/>
    <p:sldId id="16767028" r:id="rId32"/>
    <p:sldId id="16767029" r:id="rId33"/>
    <p:sldId id="16767265" r:id="rId34"/>
    <p:sldId id="16767259" r:id="rId35"/>
    <p:sldId id="16767261" r:id="rId36"/>
    <p:sldId id="16767272" r:id="rId37"/>
    <p:sldId id="16767273" r:id="rId38"/>
    <p:sldId id="754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22" userDrawn="1">
          <p15:clr>
            <a:srgbClr val="A4A3A4"/>
          </p15:clr>
        </p15:guide>
        <p15:guide id="2" pos="7254" userDrawn="1">
          <p15:clr>
            <a:srgbClr val="A4A3A4"/>
          </p15:clr>
        </p15:guide>
        <p15:guide id="3" orient="horz" pos="2078" userDrawn="1">
          <p15:clr>
            <a:srgbClr val="A4A3A4"/>
          </p15:clr>
        </p15:guide>
        <p15:guide id="4" pos="435" userDrawn="1">
          <p15:clr>
            <a:srgbClr val="A4A3A4"/>
          </p15:clr>
        </p15:guide>
        <p15:guide id="5" pos="1076" userDrawn="1">
          <p15:clr>
            <a:srgbClr val="A4A3A4"/>
          </p15:clr>
        </p15:guide>
        <p15:guide id="6" pos="501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ina" initials="C" lastIdx="1" clrIdx="0"/>
  <p:cmAuthor id="797" name="未知用户443" initials="未" lastIdx="1" clrIdx="0"/>
  <p:cmAuthor id="1" name="bigchin bigchin" initials="bb" lastIdx="3" clrIdx="0"/>
  <p:cmAuthor id="798" name="未知用户411" initials="未" lastIdx="3" clrIdx="1"/>
  <p:cmAuthor id="2" name="luanwenhao2015@163.com" initials="l" lastIdx="8" clrIdx="1"/>
  <p:cmAuthor id="799" name="未知用户444" initials="未" lastIdx="6" clrIdx="0"/>
  <p:cmAuthor id="3" name="Yiping Xu(徐一平)" initials="YX" lastIdx="13" clrIdx="2"/>
  <p:cmAuthor id="800" name="未知用户413" initials="未" lastIdx="1" clrIdx="1"/>
  <p:cmAuthor id="4" name="Xia Wan(万霞)" initials="XW" lastIdx="2" clrIdx="3"/>
  <p:cmAuthor id="801" name="未知用户445" initials="未" lastIdx="1" clrIdx="0"/>
  <p:cmAuthor id="5" name="ls-xsc" initials="l" lastIdx="14" clrIdx="4"/>
  <p:cmAuthor id="802" name="未知用户446" initials="未" lastIdx="1" clrIdx="0"/>
  <p:cmAuthor id="6" name="Changyin Gao(高长银)" initials="CG" lastIdx="1" clrIdx="5"/>
  <p:cmAuthor id="803" name="未知用户447" initials="未" lastIdx="1" clrIdx="0"/>
  <p:cmAuthor id="7" name="yangjx" initials="y" lastIdx="7" clrIdx="0"/>
  <p:cmAuthor id="804" name="未知用户448" initials="未" lastIdx="1" clrIdx="0"/>
  <p:cmAuthor id="8" name="于 楠" initials="于" lastIdx="1" clrIdx="1"/>
  <p:cmAuthor id="805" name="未知用户333" initials="未" lastIdx="1" clrIdx="0"/>
  <p:cmAuthor id="9" name="利杰" initials="利" lastIdx="1" clrIdx="8"/>
  <p:cmAuthor id="806" name="未知用户417" initials="未" lastIdx="1" clrIdx="0"/>
  <p:cmAuthor id="10" name="宋洁然" initials="宋" lastIdx="2" clrIdx="1"/>
  <p:cmAuthor id="807" name="未知用户449" initials="未" lastIdx="1" clrIdx="0"/>
  <p:cmAuthor id="11" name="GaryW" initials="G" lastIdx="2" clrIdx="0"/>
  <p:cmAuthor id="808" name="未知用户418" initials="未" lastIdx="1" clrIdx="0"/>
  <p:cmAuthor id="12" name="e-works" initials="e" lastIdx="2" clrIdx="2"/>
  <p:cmAuthor id="809" name="未知用户450" initials="未" lastIdx="6" clrIdx="0"/>
  <p:cmAuthor id="13" name="未知用户3" initials="未" lastIdx="1" clrIdx="0"/>
  <p:cmAuthor id="810" name="未知用户423" initials="未" lastIdx="0" clrIdx="0"/>
  <p:cmAuthor id="14" name="未知用户2" initials="未" lastIdx="1" clrIdx="0"/>
  <p:cmAuthor id="811" name="未知用户424" initials="未" lastIdx="5" clrIdx="0"/>
  <p:cmAuthor id="15" name="未知用户4" initials="未" lastIdx="1" clrIdx="0"/>
  <p:cmAuthor id="812" name="未知用户425" initials="未" lastIdx="3" clrIdx="1"/>
  <p:cmAuthor id="16" name="作者" initials="A" lastIdx="0" clrIdx="16"/>
  <p:cmAuthor id="813" name="未知用户451" initials="未" lastIdx="1" clrIdx="0"/>
  <p:cmAuthor id="17" name="Jason" initials="J" lastIdx="1" clrIdx="16"/>
  <p:cmAuthor id="814" name="未知用户452" initials="未" lastIdx="1" clrIdx="0"/>
  <p:cmAuthor id="18" name="wangshiqi98@outlook.com" initials="w" lastIdx="2" clrIdx="17"/>
  <p:cmAuthor id="815" name="未知用户453" initials="未" lastIdx="1" clrIdx="0"/>
  <p:cmAuthor id="19" name="xiaofangyang" initials="x" lastIdx="1" clrIdx="18"/>
  <p:cmAuthor id="816" name="未知用户454" initials="未" lastIdx="1" clrIdx="2"/>
  <p:cmAuthor id="20" name="lll" initials="l" lastIdx="1" clrIdx="19"/>
  <p:cmAuthor id="817" name="未知用户455" initials="未" lastIdx="1" clrIdx="0"/>
  <p:cmAuthor id="21" name="op061579" initials="o" lastIdx="1" clrIdx="20"/>
  <p:cmAuthor id="818" name="未知用户456" initials="未" lastIdx="1" clrIdx="0"/>
  <p:cmAuthor id="22" name="OP065457" initials="O" lastIdx="5" clrIdx="21"/>
  <p:cmAuthor id="819" name="未知用户457" initials="未" lastIdx="10" clrIdx="0"/>
  <p:cmAuthor id="23" name="Yan" initials="Y" lastIdx="0" clrIdx="23"/>
  <p:cmAuthor id="820" name="未知用户458" initials="未" lastIdx="1" clrIdx="0"/>
  <p:cmAuthor id="24" name="admin" initials="a" lastIdx="1" clrIdx="23"/>
  <p:cmAuthor id="821" name="風輕 雲淡" initials="風輕" lastIdx="1" clrIdx="511"/>
  <p:cmAuthor id="25" name="chengqi hui(惠城旗)" initials="ch" lastIdx="1" clrIdx="24"/>
  <p:cmAuthor id="822" name="shi shaobing" initials="ss" lastIdx="1" clrIdx="545"/>
  <p:cmAuthor id="26" name="未知的使用者20" initials="未" lastIdx="1" clrIdx="0"/>
  <p:cmAuthor id="823" name="李 芳怡" initials="李" lastIdx="2" clrIdx="722"/>
  <p:cmAuthor id="27" name="未知的使用者21" initials="未" lastIdx="1" clrIdx="0"/>
  <p:cmAuthor id="824" name="俊強 詹" initials="俊強" lastIdx="1" clrIdx="547"/>
  <p:cmAuthor id="28" name="未知的使用者17" initials="未" lastIdx="8" clrIdx="0"/>
  <p:cmAuthor id="825" name="Karissa Lai" initials="KL" lastIdx="1" clrIdx="723"/>
  <p:cmAuthor id="29" name="未知的使用者18" initials="未" lastIdx="1" clrIdx="0"/>
  <p:cmAuthor id="826" name="78234500@qq.com" initials="7" lastIdx="1" clrIdx="0"/>
  <p:cmAuthor id="30" name="未知的使用者15" initials="未" lastIdx="1" clrIdx="0"/>
  <p:cmAuthor id="827" name="未知用户301" initials="未" lastIdx="1" clrIdx="0"/>
  <p:cmAuthor id="31" name="Deanna Schuler (Bookey Consulting)" initials="D" lastIdx="2" clrIdx="0"/>
  <p:cmAuthor id="32" name="Wenwen" initials="W" lastIdx="1" clrIdx="1"/>
  <p:cmAuthor id="830" name="陳劉杰" initials="陳" lastIdx="1" clrIdx="829"/>
  <p:cmAuthor id="34" name="未知的使用者100" initials="未" lastIdx="0" clrIdx="1"/>
  <p:cmAuthor id="35" name="guocc" initials="g" lastIdx="1" clrIdx="1"/>
  <p:cmAuthor id="36" name="未知用户15" initials="未" lastIdx="0" clrIdx="1"/>
  <p:cmAuthor id="37" name="庆芳 许" initials="庆芳" lastIdx="1" clrIdx="2"/>
  <p:cmAuthor id="834" name="进 揭" initials="进" lastIdx="1" clrIdx="87"/>
  <p:cmAuthor id="38" name="hu yan" initials="hy" lastIdx="1" clrIdx="3"/>
  <p:cmAuthor id="835" name="未知用户218" initials="未" lastIdx="1" clrIdx="0"/>
  <p:cmAuthor id="39" name="49554261@qq.com" initials="" lastIdx="2" clrIdx="2"/>
  <p:cmAuthor id="40" name="未知的使用者11" initials="未" lastIdx="1" clrIdx="0"/>
  <p:cmAuthor id="475196944" name="姚琳" initials="姚" lastIdx="1133934" clrIdx="0"/>
  <p:cmAuthor id="837" name="未知用户347" initials="未" lastIdx="6" clrIdx="0"/>
  <p:cmAuthor id="41" name="Unknown User7" initials="U" lastIdx="1" clrIdx="0"/>
  <p:cmAuthor id="475196945" name="chen" initials="c" lastIdx="1" clrIdx="2"/>
  <p:cmAuthor id="838" name="jian Ray" initials="j" lastIdx="1" clrIdx="50"/>
  <p:cmAuthor id="42" name="Unknown User8" initials="U" lastIdx="1" clrIdx="0"/>
  <p:cmAuthor id="839" name="Microsoft Office 用户" initials="M" lastIdx="25" clrIdx="3"/>
  <p:cmAuthor id="43" name="未知的使用者8" initials="未" lastIdx="1" clrIdx="0"/>
  <p:cmAuthor id="44" name="未知用户19" initials="未" lastIdx="1" clrIdx="0"/>
  <p:cmAuthor id="45" name="未知的使用者51" initials="未" lastIdx="10" clrIdx="0"/>
  <p:cmAuthor id="46" name="未知的使用者53" initials="未" lastIdx="1" clrIdx="0"/>
  <p:cmAuthor id="47" name="未知的使用者46" initials="未" lastIdx="1" clrIdx="1"/>
  <p:cmAuthor id="49" name="未知的使用者24" initials="未" lastIdx="8" clrIdx="0"/>
  <p:cmAuthor id="846" name="未知用户271" initials="未" lastIdx="1" clrIdx="0"/>
  <p:cmAuthor id="50" name="未知的使用者25" initials="未" lastIdx="1" clrIdx="0"/>
  <p:cmAuthor id="847" name="未知用户388" initials="未" lastIdx="1" clrIdx="0"/>
  <p:cmAuthor id="51" name="未知的使用者26" initials="未" lastIdx="1" clrIdx="0"/>
  <p:cmAuthor id="52" name="未知的使用者27" initials="未" lastIdx="8" clrIdx="0"/>
  <p:cmAuthor id="849" name="未知用户224" initials="未" lastIdx="5" clrIdx="0"/>
  <p:cmAuthor id="53" name="未知的使用者28" initials="未" lastIdx="1" clrIdx="0"/>
  <p:cmAuthor id="850" name="jesschin" initials="j" lastIdx="1" clrIdx="510"/>
  <p:cmAuthor id="54" name="未知的使用者29" initials="未" lastIdx="1" clrIdx="0"/>
  <p:cmAuthor id="55" name="Jason Wang" initials="J" lastIdx="1" clrIdx="0"/>
  <p:cmAuthor id="57" name="未知的使用者9" initials="未" lastIdx="1" clrIdx="0"/>
  <p:cmAuthor id="854" name="未知用户256" initials="未" lastIdx="1" clrIdx="0"/>
  <p:cmAuthor id="58" name="王鹏凯" initials="王" lastIdx="1" clrIdx="0"/>
  <p:cmAuthor id="59" name="未知的使用者309" initials="未知的使用者309" lastIdx="11" clrIdx="0"/>
  <p:cmAuthor id="856" name="未知用户259" initials="未" lastIdx="1" clrIdx="0"/>
  <p:cmAuthor id="60" name="Saku Uchikawa" initials="S" lastIdx="11" clrIdx="0"/>
  <p:cmAuthor id="857" name="zhouhao" initials="z" lastIdx="1" clrIdx="856"/>
  <p:cmAuthor id="61" name="未知的使用者3" initials="未" lastIdx="7" clrIdx="1"/>
  <p:cmAuthor id="62" name="張秀娟" initials="張" lastIdx="1" clrIdx="2"/>
  <p:cmAuthor id="63" name="未知的使用者34" initials="未" lastIdx="1" clrIdx="0"/>
  <p:cmAuthor id="64" name="未知的使用者35" initials="未" lastIdx="1" clrIdx="0"/>
  <p:cmAuthor id="65" name="未知的使用者30" initials="未" lastIdx="8" clrIdx="0"/>
  <p:cmAuthor id="66" name="未知的使用者31" initials="未" lastIdx="1" clrIdx="0"/>
  <p:cmAuthor id="67" name="未知的使用者32" initials="未" lastIdx="1" clrIdx="0"/>
  <p:cmAuthor id="864" name="未知用户270" initials="未" lastIdx="1" clrIdx="0"/>
  <p:cmAuthor id="68" name="未知的使用者22" initials="未" lastIdx="8" clrIdx="0"/>
  <p:cmAuthor id="69" name="未知的使用者23" initials="未" lastIdx="1" clrIdx="0"/>
  <p:cmAuthor id="70" name="LeeElva" initials="L" lastIdx="1" clrIdx="0"/>
  <p:cmAuthor id="71" name="未知用户22" initials="未" lastIdx="1" clrIdx="0"/>
  <p:cmAuthor id="72" name="未知用户24" initials="未" lastIdx="1" clrIdx="0"/>
  <p:cmAuthor id="869" name="未知用户330" initials="未" lastIdx="5" clrIdx="0"/>
  <p:cmAuthor id="73" name="未知用户66" initials="未" lastIdx="1" clrIdx="0"/>
  <p:cmAuthor id="74" name="未知用户67" initials="未" lastIdx="1" clrIdx="0"/>
  <p:cmAuthor id="871" name="Nero" initials="N" lastIdx="2" clrIdx="0"/>
  <p:cmAuthor id="75" name="未知用户62" initials="未" lastIdx="1" clrIdx="1"/>
  <p:cmAuthor id="872" name="yifan song" initials="y" lastIdx="1" clrIdx="85"/>
  <p:cmAuthor id="76" name="李 聪聪" initials="李" lastIdx="1" clrIdx="25"/>
  <p:cmAuthor id="77" name="朱晓瑜" initials="朱" lastIdx="54" clrIdx="0"/>
  <p:cmAuthor id="874" name="未知用户345" initials="未" lastIdx="1" clrIdx="0"/>
  <p:cmAuthor id="78" name="djj" initials="d" lastIdx="2" clrIdx="0"/>
  <p:cmAuthor id="875" name="v15194" initials="v" lastIdx="13" clrIdx="51"/>
  <p:cmAuthor id="79" name="lianghb" initials="l" lastIdx="19" clrIdx="0"/>
  <p:cmAuthor id="876" name="莊安君" initials="莊" lastIdx="1" clrIdx="65"/>
  <p:cmAuthor id="80" name="linyd" initials="l" lastIdx="3" clrIdx="1"/>
  <p:cmAuthor id="877" name="未知用户346" initials="未" lastIdx="3" clrIdx="1"/>
  <p:cmAuthor id="81" name="muzi wei" initials="m" lastIdx="1" clrIdx="0"/>
  <p:cmAuthor id="82" name="Windows 用户" initials="W" lastIdx="1" clrIdx="0"/>
  <p:cmAuthor id="879" name="陳建璋" initials="陳" lastIdx="2" clrIdx="85"/>
  <p:cmAuthor id="83" name="未知用户56" initials="未" lastIdx="1" clrIdx="0"/>
  <p:cmAuthor id="880" name="建璋" initials="建" lastIdx="1" clrIdx="86"/>
  <p:cmAuthor id="84" name="未知用户55" initials="未" lastIdx="1" clrIdx="0"/>
  <p:cmAuthor id="85" name="未知用户51" initials="未" lastIdx="1" clrIdx="1"/>
  <p:cmAuthor id="86" name="未知的使用者16" initials="未" lastIdx="8" clrIdx="0"/>
  <p:cmAuthor id="883" name="未知用户265" initials="未" lastIdx="12" clrIdx="0"/>
  <p:cmAuthor id="87" name="Shawna Strickland" initials="S" lastIdx="2" clrIdx="0"/>
  <p:cmAuthor id="884" name="未知用户267" initials="未" lastIdx="1" clrIdx="0"/>
  <p:cmAuthor id="88" name="Ashley Eberenz" initials="A" lastIdx="7" clrIdx="1"/>
  <p:cmAuthor id="885" name="liuxie" initials="l" lastIdx="1" clrIdx="588"/>
  <p:cmAuthor id="89" name="Mary Feil-Jacobs" initials="M" lastIdx="43" clrIdx="1"/>
  <p:cmAuthor id="886" name="未知用户229" initials="未" lastIdx="1" clrIdx="0"/>
  <p:cmAuthor id="90" name="未知用户81" initials="未" lastIdx="1" clrIdx="0"/>
  <p:cmAuthor id="887" name="未知用户241" initials="未" lastIdx="0" clrIdx="1"/>
  <p:cmAuthor id="91" name="未知用户82" initials="未" lastIdx="1" clrIdx="0"/>
  <p:cmAuthor id="888" name="未知用户242" initials="未" lastIdx="4" clrIdx="0"/>
  <p:cmAuthor id="92" name="未知用户83" initials="未" lastIdx="1" clrIdx="1"/>
  <p:cmAuthor id="93" name="未知的使用者67" initials="未" lastIdx="1" clrIdx="0"/>
  <p:cmAuthor id="890" name="未知用户227" initials="未" lastIdx="1" clrIdx="0"/>
  <p:cmAuthor id="94" name="未知的使用者68" initials="未" lastIdx="1" clrIdx="0"/>
  <p:cmAuthor id="95" name="未知的使用者69" initials="未" lastIdx="1" clrIdx="1"/>
  <p:cmAuthor id="892" name="未知用户299" initials="未" lastIdx="1" clrIdx="0"/>
  <p:cmAuthor id="96" name="未知的使用者56" initials="未" lastIdx="1" clrIdx="0"/>
  <p:cmAuthor id="893" name="未知用户300" initials="未" lastIdx="8" clrIdx="0"/>
  <p:cmAuthor id="97" name="未知的使用者55" initials="未" lastIdx="1" clrIdx="0"/>
  <p:cmAuthor id="894" name="未知用户302" initials="未" lastIdx="1" clrIdx="0"/>
  <p:cmAuthor id="98" name="未知的使用者52" initials="未" lastIdx="1" clrIdx="1"/>
  <p:cmAuthor id="99" name="未知的使用者72" initials="未" lastIdx="1" clrIdx="0"/>
  <p:cmAuthor id="896" name="未知用户306" initials="未" lastIdx="8" clrIdx="0"/>
  <p:cmAuthor id="100" name="未知的使用者74" initials="未" lastIdx="1" clrIdx="0"/>
  <p:cmAuthor id="101" name="未知的使用者71" initials="未" lastIdx="1" clrIdx="1"/>
  <p:cmAuthor id="898" name="許詩婕" initials="許" lastIdx="1" clrIdx="1"/>
  <p:cmAuthor id="102" name="P1063cindychen" initials="P" lastIdx="6" clrIdx="0"/>
  <p:cmAuthor id="899" name="未知用户296" initials="未" lastIdx="1" clrIdx="0"/>
  <p:cmAuthor id="103" name="Daniel Wuu" initials="D" lastIdx="1" clrIdx="0"/>
  <p:cmAuthor id="900" name="minil" initials="m" lastIdx="4" clrIdx="589"/>
  <p:cmAuthor id="104" name="px" initials="p" lastIdx="3" clrIdx="1"/>
  <p:cmAuthor id="901" name="15106" initials="1" lastIdx="4" clrIdx="0"/>
  <p:cmAuthor id="105" name="LiuHui" initials="L" lastIdx="1" clrIdx="0"/>
  <p:cmAuthor id="106" name="AbuSina" initials="A" lastIdx="2" clrIdx="0"/>
  <p:cmAuthor id="903" name="赵 璐" initials="赵" lastIdx="4" clrIdx="0"/>
  <p:cmAuthor id="107" name="Sky123.Org" initials="S" lastIdx="1" clrIdx="0"/>
  <p:cmAuthor id="904" name="Zhu, Hawk" initials="Z" lastIdx="1" clrIdx="0"/>
  <p:cmAuthor id="108" name="周元元" initials="周" lastIdx="5" clrIdx="0"/>
  <p:cmAuthor id="905" name="tanjp" initials="t" lastIdx="0" clrIdx="491"/>
  <p:cmAuthor id="109" name="未知用户18" initials="未" lastIdx="10" clrIdx="0"/>
  <p:cmAuthor id="906" name="YS" initials="Y" lastIdx="1" clrIdx="86"/>
  <p:cmAuthor id="110" name="未知用户21" initials="未" lastIdx="1" clrIdx="0"/>
  <p:cmAuthor id="907" name="wenny" initials="w" lastIdx="1" clrIdx="0"/>
  <p:cmAuthor id="111" name="YUMINGNJ" initials="Y" lastIdx="3" clrIdx="0"/>
  <p:cmAuthor id="112" name="daphne" initials="d" lastIdx="1" clrIdx="0"/>
  <p:cmAuthor id="113" name="qiantong" initials="q" lastIdx="3" clrIdx="1"/>
  <p:cmAuthor id="910" name="Jdi" initials="J" lastIdx="0" clrIdx="0"/>
  <p:cmAuthor id="114" name="116304" initials="1" lastIdx="1" clrIdx="1"/>
  <p:cmAuthor id="911" name="未知用户337" initials="未" lastIdx="1" clrIdx="0"/>
  <p:cmAuthor id="115" name="未知的使用者13" initials="未" lastIdx="1" clrIdx="0"/>
  <p:cmAuthor id="912" name="未知用户239" initials="未" lastIdx="3" clrIdx="0"/>
  <p:cmAuthor id="116" name="未知的使用者14" initials="未" lastIdx="2" clrIdx="0"/>
  <p:cmAuthor id="913" name="chenmh" initials="c" lastIdx="1" clrIdx="85"/>
  <p:cmAuthor id="117" name="廖麗華" initials="廖" lastIdx="1" clrIdx="0"/>
  <p:cmAuthor id="914" name="CVTEr" initials="C" lastIdx="1" clrIdx="0"/>
  <p:cmAuthor id="118" name="未知的使用者12" initials="未" lastIdx="1" clrIdx="0"/>
  <p:cmAuthor id="915" name="June C" initials="J" lastIdx="1" clrIdx="4"/>
  <p:cmAuthor id="119" name="qihua-DCMS" initials="q" lastIdx="0" clrIdx="0"/>
  <p:cmAuthor id="916" name="00270" initials="0" lastIdx="1" clrIdx="0"/>
  <p:cmAuthor id="120" name="yuanzh" initials="y" lastIdx="1" clrIdx="1"/>
  <p:cmAuthor id="917" name="IBM_USER" initials="I" lastIdx="4" clrIdx="1"/>
  <p:cmAuthor id="121" name="曾红" initials="曾" lastIdx="0" clrIdx="0"/>
  <p:cmAuthor id="918" name="aa" initials="a" lastIdx="10" clrIdx="9"/>
  <p:cmAuthor id="122" name="未知用户16" initials="未" lastIdx="1" clrIdx="0"/>
  <p:cmAuthor id="919" name="shinevin liu" initials="s" lastIdx="1" clrIdx="3"/>
  <p:cmAuthor id="123" name="未知用户17" initials="未" lastIdx="0" clrIdx="1"/>
  <p:cmAuthor id="920" name="Davidpeng" initials="D" lastIdx="1" clrIdx="10"/>
  <p:cmAuthor id="124" name="mm" initials="m" lastIdx="1" clrIdx="0"/>
  <p:cmAuthor id="921" name="dbc" initials="d" lastIdx="2" clrIdx="0"/>
  <p:cmAuthor id="125" name="liupeng" initials="l" lastIdx="1" clrIdx="1"/>
  <p:cmAuthor id="922" name="吴军影" initials="吴" lastIdx="10" clrIdx="0"/>
  <p:cmAuthor id="126" name="周宏達JerryChou" initials="周" lastIdx="6" clrIdx="2"/>
  <p:cmAuthor id="923" name="冯学沛" initials="冯" lastIdx="1" clrIdx="1"/>
  <p:cmAuthor id="127" name="luxu" initials="l" lastIdx="22" clrIdx="0"/>
  <p:cmAuthor id="924" name="杨 超" initials="杨" lastIdx="1" clrIdx="3"/>
  <p:cmAuthor id="128" name="hl sun" initials="h" lastIdx="1" clrIdx="0"/>
  <p:cmAuthor id="129" name="不明使用者20" initials="不" lastIdx="1" clrIdx="0"/>
  <p:cmAuthor id="926" name="Rex" initials="R" lastIdx="0" clrIdx="0"/>
  <p:cmAuthor id="130" name="不明使用者21" initials="不" lastIdx="1" clrIdx="0"/>
  <p:cmAuthor id="131" name="不明使用者18" initials="不" lastIdx="0" clrIdx="1"/>
  <p:cmAuthor id="132" name="不明使用者19" initials="不" lastIdx="1" clrIdx="0"/>
  <p:cmAuthor id="133" name="yuexuejun" initials="y" lastIdx="3" clrIdx="0"/>
  <p:cmAuthor id="134" name="未知的使用者76" initials="未" lastIdx="1" clrIdx="0"/>
  <p:cmAuthor id="135" name="未知的使用者70" initials="未" lastIdx="1" clrIdx="0"/>
  <p:cmAuthor id="136" name="未知的使用者73" initials="未" lastIdx="1" clrIdx="0"/>
  <p:cmAuthor id="137" name="未知用户57" initials="未" lastIdx="1" clrIdx="0"/>
  <p:cmAuthor id="934" name="Tanshijie (James, Business Development)" initials="T" lastIdx="1" clrIdx="0"/>
  <p:cmAuthor id="138" name="未知用户58" initials="未" lastIdx="5" clrIdx="1"/>
  <p:cmAuthor id="935" name="Mia Vida Villanueva" initials="M" lastIdx="1" clrIdx="0"/>
  <p:cmAuthor id="139" name="未知用户59" initials="未" lastIdx="0" clrIdx="1"/>
  <p:cmAuthor id="936" name="GTS" initials="G" lastIdx="0" clrIdx="1"/>
  <p:cmAuthor id="140" name="Christina" initials="C" lastIdx="0" clrIdx="0"/>
  <p:cmAuthor id="141" name="jet" initials="j" lastIdx="1" clrIdx="0"/>
  <p:cmAuthor id="142" name="未知用户103" initials="未" lastIdx="1" clrIdx="0"/>
  <p:cmAuthor id="143" name="未知用户104" initials="未" lastIdx="1" clrIdx="0"/>
  <p:cmAuthor id="144" name="未知用户102" initials="未" lastIdx="1" clrIdx="1"/>
  <p:cmAuthor id="145" name="未知用户99" initials="未" lastIdx="1" clrIdx="0"/>
  <p:cmAuthor id="146" name="未知的使用者95" initials="未" lastIdx="1" clrIdx="0"/>
  <p:cmAuthor id="147" name="未知的使用者92" initials="未" lastIdx="1" clrIdx="0"/>
  <p:cmAuthor id="148" name="未知的使用者93" initials="未" lastIdx="1" clrIdx="1"/>
  <p:cmAuthor id="149" name="未知的使用者94" initials="未" lastIdx="1" clrIdx="2"/>
  <p:cmAuthor id="150" name="未知的使用者119" initials="未" lastIdx="1" clrIdx="0"/>
  <p:cmAuthor id="151" name="未知的使用者120" initials="未" lastIdx="1" clrIdx="0"/>
  <p:cmAuthor id="152" name="未知的使用者121" initials="未" lastIdx="1" clrIdx="1"/>
  <p:cmAuthor id="153" name="未知的使用者111" initials="未" lastIdx="1" clrIdx="2"/>
  <p:cmAuthor id="154" name="未知用户114" initials="未" lastIdx="1" clrIdx="0"/>
  <p:cmAuthor id="155" name="未知用户115" initials="未" lastIdx="1" clrIdx="0"/>
  <p:cmAuthor id="156" name="未知用户116" initials="未" lastIdx="1" clrIdx="1"/>
  <p:cmAuthor id="157" name="未知用户117" initials="未" lastIdx="1" clrIdx="2"/>
  <p:cmAuthor id="158" name="未知用户61" initials="未" lastIdx="8" clrIdx="0"/>
  <p:cmAuthor id="159" name="未知用户60" initials="未" lastIdx="1" clrIdx="0"/>
  <p:cmAuthor id="160" name="未知用户123" initials="未" lastIdx="1" clrIdx="0"/>
  <p:cmAuthor id="161" name="未知用户124" initials="未" lastIdx="1" clrIdx="0"/>
  <p:cmAuthor id="162" name="未知用户125" initials="未" lastIdx="1" clrIdx="1"/>
  <p:cmAuthor id="163" name="未知用户126" initials="未" lastIdx="1" clrIdx="0"/>
  <p:cmAuthor id="164" name="未知用户63" initials="未" lastIdx="1" clrIdx="1"/>
  <p:cmAuthor id="165" name="未知用户84" initials="未" lastIdx="1" clrIdx="0"/>
  <p:cmAuthor id="166" name="未知用户105" initials="未" lastIdx="1" clrIdx="0"/>
  <p:cmAuthor id="167" name="未知用户106" initials="未" lastIdx="1" clrIdx="0"/>
  <p:cmAuthor id="168" name="未知用户107" initials="未" lastIdx="1" clrIdx="1"/>
  <p:cmAuthor id="169" name="未知用户108" initials="未" lastIdx="1" clrIdx="0"/>
  <p:cmAuthor id="170" name="Unknown User69" initials="U" lastIdx="8" clrIdx="0"/>
  <p:cmAuthor id="171" name="未知用户186" initials="未" lastIdx="1" clrIdx="0"/>
  <p:cmAuthor id="172" name="thomas" initials="t" lastIdx="1" clrIdx="49"/>
  <p:cmAuthor id="173" name="唐可欣" initials="唐" lastIdx="1" clrIdx="0"/>
  <p:cmAuthor id="174" name="未知的使用者33" initials="未" lastIdx="1" clrIdx="0"/>
  <p:cmAuthor id="175" name="Ted Su" initials="T" lastIdx="1" clrIdx="78"/>
  <p:cmAuthor id="176" name="未知的使用者110" initials="未" lastIdx="1" clrIdx="0"/>
  <p:cmAuthor id="177" name="Chun Chung YEH" initials="C" lastIdx="2" clrIdx="0"/>
  <p:cmAuthor id="178" name="未知的使用者223" initials="未" lastIdx="1" clrIdx="1"/>
  <p:cmAuthor id="179" name="未知用户85" initials="未" lastIdx="1" clrIdx="0"/>
  <p:cmAuthor id="180" name="R affer" initials="R" lastIdx="1" clrIdx="0"/>
  <p:cmAuthor id="181" name="未知用户86" initials="未" lastIdx="1" clrIdx="0"/>
  <p:cmAuthor id="182" name="未知用户129" initials="未" lastIdx="1" clrIdx="0"/>
  <p:cmAuthor id="183" name="未知用户127" initials="未" lastIdx="1" clrIdx="1"/>
  <p:cmAuthor id="184" name="未知用户128" initials="未" lastIdx="1" clrIdx="2"/>
  <p:cmAuthor id="185" name="shinin" initials="s" lastIdx="2" clrIdx="0"/>
  <p:cmAuthor id="186" name="未知用户109" initials="未" lastIdx="1" clrIdx="1"/>
  <p:cmAuthor id="187" name="未知的使用者41" initials="未" lastIdx="1" clrIdx="0"/>
  <p:cmAuthor id="188" name="Unknown User28" initials="U" lastIdx="3" clrIdx="1"/>
  <p:cmAuthor id="189" name="未知用户10" initials="未知用户10" lastIdx="1" clrIdx="1"/>
  <p:cmAuthor id="190" name="未知用户11" initials="未知用户11" lastIdx="1" clrIdx="0"/>
  <p:cmAuthor id="191" name="Unknown User117" initials="U" lastIdx="10" clrIdx="0"/>
  <p:cmAuthor id="192" name="Unknown User63" initials="U" lastIdx="8" clrIdx="0"/>
  <p:cmAuthor id="193" name="Unknown User115" initials="U" lastIdx="10" clrIdx="0"/>
  <p:cmAuthor id="194" name="Unknown User116" initials="U" lastIdx="0" clrIdx="1"/>
  <p:cmAuthor id="195" name="Unknown User65" initials="U" lastIdx="1" clrIdx="0"/>
  <p:cmAuthor id="196" name="Unknown User66" initials="U" lastIdx="1" clrIdx="0"/>
  <p:cmAuthor id="197" name="Unknown User67" initials="U" lastIdx="1" clrIdx="0"/>
  <p:cmAuthor id="198" name="未知的使用者156" initials="未" lastIdx="1" clrIdx="0"/>
  <p:cmAuthor id="199" name="未知的使用者138" initials="未" lastIdx="1" clrIdx="1"/>
  <p:cmAuthor id="200" name="Unknown User70" initials="U" lastIdx="1" clrIdx="0"/>
  <p:cmAuthor id="201" name="未知的使用者112" initials="未" lastIdx="1" clrIdx="1"/>
  <p:cmAuthor id="202" name="未知的使用者113" initials="未" lastIdx="1" clrIdx="2"/>
  <p:cmAuthor id="203" name="未知的使用者117" initials="未" lastIdx="1" clrIdx="0"/>
  <p:cmAuthor id="204" name="未知的使用者118" initials="未" lastIdx="1" clrIdx="0"/>
  <p:cmAuthor id="205" name="未知的使用者115" initials="未" lastIdx="1" clrIdx="1"/>
  <p:cmAuthor id="206" name="clinchen" initials="c" lastIdx="0" clrIdx="1"/>
  <p:cmAuthor id="207" name="Unknown User68" initials="U" lastIdx="1" clrIdx="0"/>
  <p:cmAuthor id="208" name="hanjuncompany" initials="h" lastIdx="1" clrIdx="0"/>
  <p:cmAuthor id="210" name="kathy chen" initials="k" lastIdx="3" clrIdx="0"/>
  <p:cmAuthor id="211" name="未知的使用者63" initials="未" lastIdx="1" clrIdx="0"/>
  <p:cmAuthor id="212" name="未知的使用者64" initials="未" lastIdx="3" clrIdx="1"/>
  <p:cmAuthor id="213" name="未知的使用者48" initials="未" lastIdx="1" clrIdx="0"/>
  <p:cmAuthor id="214" name="未知的使用者47" initials="未" lastIdx="1" clrIdx="0"/>
  <p:cmAuthor id="215" name="未知的使用者49" initials="未" lastIdx="1" clrIdx="0"/>
  <p:cmAuthor id="216" name="未知的使用者60" initials="未" lastIdx="8" clrIdx="0"/>
  <p:cmAuthor id="217" name="未知的使用者59" initials="未" lastIdx="1" clrIdx="0"/>
  <p:cmAuthor id="218" name="未知的使用者57" initials="未" lastIdx="1" clrIdx="0"/>
  <p:cmAuthor id="219" name="未知的使用者54" initials="未" lastIdx="1" clrIdx="0"/>
  <p:cmAuthor id="220" name="未知的使用者66" initials="未" lastIdx="8" clrIdx="0"/>
  <p:cmAuthor id="221" name="未知的使用者65" initials="未" lastIdx="1" clrIdx="0"/>
  <p:cmAuthor id="222" name="maxine" initials="m" lastIdx="0" clrIdx="0"/>
  <p:cmAuthor id="223" name="未知的使用者43" initials="未" lastIdx="1" clrIdx="0"/>
  <p:cmAuthor id="224" name="未知的使用者40" initials="未" lastIdx="1" clrIdx="0"/>
  <p:cmAuthor id="225" name="未知的使用者105" initials="未" lastIdx="1" clrIdx="0"/>
  <p:cmAuthor id="226" name="未知的使用者106" initials="未" lastIdx="3" clrIdx="1"/>
  <p:cmAuthor id="227" name="未知的使用者107" initials="未" lastIdx="1" clrIdx="1"/>
  <p:cmAuthor id="228" name="未知的使用者108" initials="未" lastIdx="1" clrIdx="0"/>
  <p:cmAuthor id="229" name="未知的使用者86" initials="未" lastIdx="1" clrIdx="0"/>
  <p:cmAuthor id="230" name="未知的使用者103" initials="未" lastIdx="8" clrIdx="0"/>
  <p:cmAuthor id="231" name="未知的使用者104" initials="未" lastIdx="1" clrIdx="0"/>
  <p:cmAuthor id="232" name="未知的使用者98" initials="未" lastIdx="1" clrIdx="0"/>
  <p:cmAuthor id="233" name="未知的使用者116" initials="未" lastIdx="1" clrIdx="1"/>
  <p:cmAuthor id="234" name="未知的使用者42" initials="未" lastIdx="8" clrIdx="0"/>
  <p:cmAuthor id="235" name="未知的使用者44" initials="未" lastIdx="1" clrIdx="0"/>
  <p:cmAuthor id="236" name="未知的使用者36" initials="未" lastIdx="8" clrIdx="0"/>
  <p:cmAuthor id="237" name="未知的使用者37" initials="未" lastIdx="1" clrIdx="0"/>
  <p:cmAuthor id="238" name="未知的使用者38" initials="未" lastIdx="1" clrIdx="0"/>
  <p:cmAuthor id="239" name="未知的使用者45" initials="未" lastIdx="8" clrIdx="0"/>
  <p:cmAuthor id="240" name="未知的使用者126" initials="未" lastIdx="1" clrIdx="0"/>
  <p:cmAuthor id="241" name="未知的使用者127" initials="未" lastIdx="3" clrIdx="1"/>
  <p:cmAuthor id="242" name="未知的使用者128" initials="未" lastIdx="1" clrIdx="1"/>
  <p:cmAuthor id="243" name="未知的使用者124" initials="未" lastIdx="1" clrIdx="0"/>
  <p:cmAuthor id="244" name="未知的使用者125" initials="未" lastIdx="1" clrIdx="0"/>
  <p:cmAuthor id="245" name="Sara Chen" initials="S" lastIdx="1" clrIdx="0"/>
  <p:cmAuthor id="246" name="huang gerrard" initials="h" lastIdx="1" clrIdx="0"/>
  <p:cmAuthor id="247" name="未知用户170" initials="未" lastIdx="1" clrIdx="0"/>
  <p:cmAuthor id="248" name="未知用户171" initials="未" lastIdx="5" clrIdx="1"/>
  <p:cmAuthor id="249" name="未知用户172" initials="未" lastIdx="1" clrIdx="1"/>
  <p:cmAuthor id="250" name="未知用户173" initials="未" lastIdx="1" clrIdx="0"/>
  <p:cmAuthor id="251" name="未知用户149" initials="未" lastIdx="1" clrIdx="0"/>
  <p:cmAuthor id="252" name="未知用户150" initials="未" lastIdx="1" clrIdx="0"/>
  <p:cmAuthor id="253" name="未知用户151" initials="未" lastIdx="2" clrIdx="0"/>
  <p:cmAuthor id="254" name="未知用户152" initials="未" lastIdx="8" clrIdx="0"/>
  <p:cmAuthor id="255" name="未知用户153" initials="未" lastIdx="8" clrIdx="0"/>
  <p:cmAuthor id="256" name="未知用户154" initials="未" lastIdx="1" clrIdx="0"/>
  <p:cmAuthor id="257" name="未知用户155" initials="未" lastIdx="1" clrIdx="0"/>
  <p:cmAuthor id="258" name="未知用户41" initials="未" lastIdx="8" clrIdx="0"/>
  <p:cmAuthor id="259" name="未知用户44" initials="未" lastIdx="1" clrIdx="0"/>
  <p:cmAuthor id="260" name="未知用户45" initials="未" lastIdx="1" clrIdx="0"/>
  <p:cmAuthor id="261" name="未知用户156" initials="未" lastIdx="10" clrIdx="0"/>
  <p:cmAuthor id="262" name="未知用户64" initials="未" lastIdx="1" clrIdx="0"/>
  <p:cmAuthor id="263" name="未知用户65" initials="未" lastIdx="1" clrIdx="0"/>
  <p:cmAuthor id="264" name="未知用户68" initials="未" lastIdx="1" clrIdx="0"/>
  <p:cmAuthor id="265" name="未知用户69" initials="未" lastIdx="2" clrIdx="0"/>
  <p:cmAuthor id="266" name="James" initials="J" lastIdx="1" clrIdx="0"/>
  <p:cmAuthor id="267" name="未知用户71" initials="未" lastIdx="1" clrIdx="0"/>
  <p:cmAuthor id="268" name="未知用户72" initials="未" lastIdx="1" clrIdx="0"/>
  <p:cmAuthor id="269" name="未知用户73" initials="未" lastIdx="2" clrIdx="0"/>
  <p:cmAuthor id="270" name="未知用户49" initials="未" lastIdx="1" clrIdx="0"/>
  <p:cmAuthor id="271" name="未知用户50" initials="未" lastIdx="1" clrIdx="0"/>
  <p:cmAuthor id="272" name="未知用户52" initials="未" lastIdx="1" clrIdx="0"/>
  <p:cmAuthor id="273" name="MA15" initials="M" lastIdx="1" clrIdx="0"/>
  <p:cmAuthor id="274" name="未知用户47" initials="未" lastIdx="6" clrIdx="0"/>
  <p:cmAuthor id="275" name="未知用户53" initials="未" lastIdx="10" clrIdx="0"/>
  <p:cmAuthor id="276" name="未知用户96" initials="未" lastIdx="1" clrIdx="0"/>
  <p:cmAuthor id="277" name="未知用户48" initials="未" lastIdx="1" clrIdx="0"/>
  <p:cmAuthor id="278" name="未知用户97" initials="未" lastIdx="2" clrIdx="0"/>
  <p:cmAuthor id="279" name="未知用户40" initials="未" lastIdx="5" clrIdx="1"/>
  <p:cmAuthor id="280" name="未知用户43" initials="未" lastIdx="1" clrIdx="0"/>
  <p:cmAuthor id="281" name="未知用户98" initials="未" lastIdx="8" clrIdx="0"/>
  <p:cmAuthor id="282" name="未知用户100" initials="未" lastIdx="1" clrIdx="0"/>
  <p:cmAuthor id="283" name="未知用户101" initials="未" lastIdx="1" clrIdx="0"/>
  <p:cmAuthor id="284" name="x230" initials="x" lastIdx="1" clrIdx="0"/>
  <p:cmAuthor id="285" name="未知的使用者61" initials="" lastIdx="1" clrIdx="0"/>
  <p:cmAuthor id="286" name="不明使用者56" initials="不" lastIdx="1" clrIdx="0"/>
  <p:cmAuthor id="287" name="未知用户95" initials="未" lastIdx="1" clrIdx="0"/>
  <p:cmAuthor id="288" name="Evonlin" initials="E" lastIdx="2" clrIdx="2"/>
  <p:cmAuthor id="289" name="未知用户42" initials="未" lastIdx="1" clrIdx="0"/>
  <p:cmAuthor id="290" name="未知的使用者39" initials="未" lastIdx="10" clrIdx="0"/>
  <p:cmAuthor id="291" name="未知的使用者109" initials="未" lastIdx="5" clrIdx="1"/>
  <p:cmAuthor id="292" name="未知的使用者122" initials="未" lastIdx="1" clrIdx="0"/>
  <p:cmAuthor id="293" name="未知的使用者123" initials="未" lastIdx="8" clrIdx="0"/>
  <p:cmAuthor id="294" name="未知用户93" initials="未" lastIdx="1" clrIdx="0"/>
  <p:cmAuthor id="295" name="未知用户90" initials="未" lastIdx="5" clrIdx="1"/>
  <p:cmAuthor id="296" name="未知用户91" initials="未" lastIdx="0" clrIdx="1"/>
  <p:cmAuthor id="297" name="未知用户92" initials="未" lastIdx="1" clrIdx="0"/>
  <p:cmAuthor id="298" name="未知用户74" initials="未" lastIdx="5" clrIdx="1"/>
  <p:cmAuthor id="299" name="未知用户75" initials="未" lastIdx="8" clrIdx="0"/>
  <p:cmAuthor id="300" name="未知用户76" initials="未" lastIdx="1" clrIdx="0"/>
  <p:cmAuthor id="301" name="未知用户77" initials="未" lastIdx="8" clrIdx="0"/>
  <p:cmAuthor id="302" name="未知用户78" initials="未" lastIdx="8" clrIdx="0"/>
  <p:cmAuthor id="303" name="未知用户79" initials="未" lastIdx="1" clrIdx="0"/>
  <p:cmAuthor id="304" name="未知用户80" initials="未" lastIdx="1" clrIdx="0"/>
  <p:cmAuthor id="305" name="未知的使用者50" initials="未" lastIdx="1" clrIdx="0"/>
  <p:cmAuthor id="306" name="Harry xu" initials="H" lastIdx="1" clrIdx="0"/>
  <p:cmAuthor id="307" name="未知的使用者62" initials="未" lastIdx="1" clrIdx="1"/>
  <p:cmAuthor id="308" name="未知的使用者58" initials="未" lastIdx="1" clrIdx="0"/>
  <p:cmAuthor id="309" name="未知用户38" initials="未" lastIdx="8" clrIdx="0"/>
  <p:cmAuthor id="310" name="未知用户28" initials="未知用户28" lastIdx="1" clrIdx="0"/>
  <p:cmAuthor id="311" name="未知用户29" initials="未知用户29" lastIdx="1" clrIdx="2"/>
  <p:cmAuthor id="312" name="未知用户30" initials="未知用户30" lastIdx="2" clrIdx="0"/>
  <p:cmAuthor id="313" name="未知用户31" initials="未知用户31" lastIdx="1" clrIdx="75"/>
  <p:cmAuthor id="314" name="Vicky" initials="V" lastIdx="1" clrIdx="1"/>
  <p:cmAuthor id="315" name="刘云轩" initials="刘" lastIdx="1" clrIdx="0"/>
  <p:cmAuthor id="316" name="sharon" initials="s" lastIdx="1" clrIdx="84"/>
  <p:cmAuthor id="317" name="未知用户32" initials="未知用户32" lastIdx="1" clrIdx="0"/>
  <p:cmAuthor id="318" name="未知用户33" initials="未知用户33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322" name="alpha" initials="a" lastIdx="1" clrIdx="0"/>
  <p:cmAuthor id="323" name="未知用户37" initials="未" lastIdx="1" clrIdx="0"/>
  <p:cmAuthor id="324" name="Unknown User22" initials="U" lastIdx="1" clrIdx="0"/>
  <p:cmAuthor id="325" name="Unknown User23" initials="U" lastIdx="1" clrIdx="0"/>
  <p:cmAuthor id="326" name="未知的使用者75" initials="未" lastIdx="1" clrIdx="0"/>
  <p:cmAuthor id="327" name="未知的使用者77" initials="未" lastIdx="1" clrIdx="0"/>
  <p:cmAuthor id="328" name="未知的使用者78" initials="未" lastIdx="5" clrIdx="1"/>
  <p:cmAuthor id="329" name="未知的使用者79" initials="未" lastIdx="0" clrIdx="1"/>
  <p:cmAuthor id="330" name="未知的使用者80" initials="未" lastIdx="0" clrIdx="0"/>
  <p:cmAuthor id="331" name="未知的使用者82" initials="未" lastIdx="1" clrIdx="0"/>
  <p:cmAuthor id="332" name="未知的使用者83" initials="未" lastIdx="1" clrIdx="0"/>
  <p:cmAuthor id="333" name="未知的使用者84" initials="未" lastIdx="1" clrIdx="1"/>
  <p:cmAuthor id="334" name="未知的使用者85" initials="未" lastIdx="1" clrIdx="0"/>
  <p:cmAuthor id="335" name="未知的使用者87" initials="未" lastIdx="1" clrIdx="0"/>
  <p:cmAuthor id="336" name="未知的使用者90" initials="未" lastIdx="8" clrIdx="0"/>
  <p:cmAuthor id="337" name="未知的使用者91" initials="未" lastIdx="1" clrIdx="0"/>
  <p:cmAuthor id="338" name="CHRISYU" initials="C" lastIdx="1" clrIdx="0"/>
  <p:cmAuthor id="339" name="liucunri" initials="l" lastIdx="1" clrIdx="0"/>
  <p:cmAuthor id="340" name="未知用户34" initials="未知用户34" lastIdx="8" clrIdx="0"/>
  <p:cmAuthor id="341" name="未知的使用者155" initials="未" lastIdx="1" clrIdx="0"/>
  <p:cmAuthor id="342" name="未知用户36" initials="未知用户36" lastIdx="1" clrIdx="0"/>
  <p:cmAuthor id="343" name="未知的使用者102" initials="未" lastIdx="5" clrIdx="1"/>
  <p:cmAuthor id="344" name="未知用户26" initials="未" lastIdx="1" clrIdx="0"/>
  <p:cmAuthor id="345" name="仝德志" initials="仝" lastIdx="1" clrIdx="0"/>
  <p:cmAuthor id="346" name="未知用户112" initials="未知用户112" lastIdx="4" clrIdx="0"/>
  <p:cmAuthor id="347" name="未知用户178" initials="" lastIdx="1" clrIdx="0"/>
  <p:cmAuthor id="348" name="未知的使用者169" initials="未" lastIdx="1" clrIdx="0"/>
  <p:cmAuthor id="349" name="未知的使用者183" initials="未" lastIdx="5" clrIdx="1"/>
  <p:cmAuthor id="350" name="未知的使用者182" initials="未" lastIdx="1" clrIdx="1"/>
  <p:cmAuthor id="351" name="未知的使用者173" initials="未" lastIdx="1" clrIdx="0"/>
  <p:cmAuthor id="352" name="針對所選的門市進行小範圍實驗，捕捉驅動績效的關鍵影響因子" initials="針" lastIdx="1" clrIdx="0"/>
  <p:cmAuthor id="353" name="未知的使用者203" initials="未" lastIdx="1" clrIdx="0"/>
  <p:cmAuthor id="354" name="未知的使用者114" initials="未" lastIdx="1" clrIdx="0"/>
  <p:cmAuthor id="355" name="未知的使用者152" initials="未" lastIdx="1" clrIdx="0"/>
  <p:cmAuthor id="356" name="未知的使用者184" initials="未" lastIdx="8" clrIdx="0"/>
  <p:cmAuthor id="357" name="未知的使用者185" initials="未" lastIdx="10" clrIdx="0"/>
  <p:cmAuthor id="358" name="未知的使用者186" initials="未" lastIdx="1" clrIdx="0"/>
  <p:cmAuthor id="359" name="未知的使用者175" initials="未" lastIdx="8" clrIdx="0"/>
  <p:cmAuthor id="360" name="未知的使用者176" initials="未" lastIdx="1" clrIdx="0"/>
  <p:cmAuthor id="361" name="未知的使用者187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未知的使用者181" initials="未" lastIdx="7" clrIdx="1"/>
  <p:cmAuthor id="366" name="未知的使用者170" initials="未" lastIdx="43" clrIdx="1"/>
  <p:cmAuthor id="367" name="未知的使用者227" initials="未" lastIdx="2" clrIdx="0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未知的使用者144" initials="未" lastIdx="1" clrIdx="0"/>
  <p:cmAuthor id="373" name="未知的使用者145" initials="未" lastIdx="1" clrIdx="0"/>
  <p:cmAuthor id="374" name="未知的使用者146" initials="未" lastIdx="1" clrIdx="0"/>
  <p:cmAuthor id="375" name="未知的使用者147" initials="未" lastIdx="1" clrIdx="0"/>
  <p:cmAuthor id="376" name="未知用户113" initials="未知用户113" lastIdx="8" clrIdx="0"/>
  <p:cmAuthor id="377" name="未知的使用者149" initials="未" lastIdx="8" clrIdx="0"/>
  <p:cmAuthor id="378" name="未知的使用者150" initials="未" lastIdx="1" clrIdx="0"/>
  <p:cmAuthor id="379" name="未知用户138" initials="未" lastIdx="1" clrIdx="0"/>
  <p:cmAuthor id="380" name="未知用户130" initials="未" lastIdx="1" clrIdx="1"/>
  <p:cmAuthor id="381" name="未知用户131" initials="未" lastIdx="1" clrIdx="2"/>
  <p:cmAuthor id="382" name="未知用户132" initials="未" lastIdx="1" clrIdx="0"/>
  <p:cmAuthor id="383" name="未知用户133" initials="未" lastIdx="1" clrIdx="0"/>
  <p:cmAuthor id="384" name="未知用户134" initials="未" lastIdx="10" clrIdx="0"/>
  <p:cmAuthor id="385" name="未知用户135" initials="未" lastIdx="1" clrIdx="0"/>
  <p:cmAuthor id="386" name="未知用户137" initials="未" lastIdx="10" clrIdx="0"/>
  <p:cmAuthor id="387" name="未知用户136" initials="未" lastIdx="1" clrIdx="1"/>
  <p:cmAuthor id="388" name="未知的使用者130" initials="未" lastIdx="8" clrIdx="0"/>
  <p:cmAuthor id="389" name="Yoyo Wu" initials="Y" lastIdx="2" clrIdx="0"/>
  <p:cmAuthor id="390" name="zhangbin" initials="z" lastIdx="6" clrIdx="0"/>
  <p:cmAuthor id="391" name="单 善" initials="单" lastIdx="1" clrIdx="85"/>
  <p:cmAuthor id="392" name="Unknown User25" initials="U" lastIdx="1" clrIdx="0"/>
  <p:cmAuthor id="393" name="Unknown User26" initials="U" lastIdx="1" clrIdx="1"/>
  <p:cmAuthor id="394" name="Unknown User27" initials="U" lastIdx="1" clrIdx="0"/>
  <p:cmAuthor id="395" name="Unknown User11" initials="U" lastIdx="0" clrIdx="1"/>
  <p:cmAuthor id="396" name="Unknown User112" initials="U" lastIdx="1" clrIdx="0"/>
  <p:cmAuthor id="397" name="Unknown User59" initials="U" lastIdx="1" clrIdx="0"/>
  <p:cmAuthor id="398" name="Unknown User113" initials="U" lastIdx="1" clrIdx="0"/>
  <p:cmAuthor id="399" name="未知的使用者225" initials="" lastIdx="1" clrIdx="0"/>
  <p:cmAuthor id="400" name="未知的使用者226" initials="" lastIdx="1" clrIdx="0"/>
  <p:cmAuthor id="401" name="Unknown User24" initials="U" lastIdx="1" clrIdx="0"/>
  <p:cmAuthor id="402" name="Unknown User52" initials="U" lastIdx="1" clrIdx="0"/>
  <p:cmAuthor id="403" name="未知的使用者218" initials="" lastIdx="1" clrIdx="2"/>
  <p:cmAuthor id="404" name="未知的使用者219" initials="" lastIdx="8" clrIdx="0"/>
  <p:cmAuthor id="405" name="未知的使用者220" initials="" lastIdx="1" clrIdx="0"/>
  <p:cmAuthor id="2000" name="张义明（阿里钉）_RzM3rIfi" initials="authorId_2796783068" lastIdx="0" clrIdx="0"/>
  <p:cmAuthor id="406" name="未知的使用者228" initials="" lastIdx="1" clrIdx="0"/>
  <p:cmAuthor id="2001" name="骆倩怡_Znauj26B" initials="authorId_382814100" lastIdx="0" clrIdx="0"/>
  <p:cmAuthor id="407" name="未知的使用者229" initials="" lastIdx="8" clrIdx="0"/>
  <p:cmAuthor id="408" name="未知的使用者230" initials="" lastIdx="1" clrIdx="0"/>
  <p:cmAuthor id="409" name="未知的使用者231" initials="" lastIdx="1" clrIdx="0"/>
  <p:cmAuthor id="410" name="未知的使用者232" initials="" lastIdx="8" clrIdx="0"/>
  <p:cmAuthor id="411" name="raymond luan" initials="r" lastIdx="0" clrIdx="0"/>
  <p:cmAuthor id="412" name="Unknown User114" initials="U" lastIdx="1" clrIdx="1"/>
  <p:cmAuthor id="413" name="Unknown User111" initials="U" lastIdx="1" clrIdx="0"/>
  <p:cmAuthor id="414" name="未知的使用者131" initials="" lastIdx="1" clrIdx="0"/>
  <p:cmAuthor id="415" name="未知的使用者132" initials="" lastIdx="1" clrIdx="0"/>
  <p:cmAuthor id="416" name="未知用户118" initials="未" lastIdx="1" clrIdx="0"/>
  <p:cmAuthor id="417" name="未知的使用者235" initials="" lastIdx="1" clrIdx="0"/>
  <p:cmAuthor id="418" name="未知的使用者236" initials="" lastIdx="1" clrIdx="0"/>
  <p:cmAuthor id="419" name="未知的使用者237" initials="" lastIdx="2" clrIdx="0"/>
  <p:cmAuthor id="420" name="未知用户70" initials="未" lastIdx="1" clrIdx="1"/>
  <p:cmAuthor id="421" name="未知的使用者239" initials="" lastIdx="43" clrIdx="1"/>
  <p:cmAuthor id="422" name="未知的使用者136" initials="" lastIdx="1" clrIdx="0"/>
  <p:cmAuthor id="423" name="未知的使用者134" initials="" lastIdx="0" clrIdx="0"/>
  <p:cmAuthor id="424" name="未知的使用者206" initials="" lastIdx="1" clrIdx="0"/>
  <p:cmAuthor id="425" name="未知的使用者207" initials="" lastIdx="1" clrIdx="0"/>
  <p:cmAuthor id="426" name="未知的使用者208" initials="" lastIdx="5" clrIdx="1"/>
  <p:cmAuthor id="427" name="未知的使用者209" initials="" lastIdx="0" clrIdx="1"/>
  <p:cmAuthor id="428" name="未知的使用者210" initials="" lastIdx="0" clrIdx="0"/>
  <p:cmAuthor id="429" name="未知的使用者211" initials="" lastIdx="1" clrIdx="0"/>
  <p:cmAuthor id="430" name="未知的使用者212" initials="" lastIdx="1" clrIdx="0"/>
  <p:cmAuthor id="431" name="未知的使用者213" initials="" lastIdx="1" clrIdx="0"/>
  <p:cmAuthor id="432" name="未知的使用者214" initials="" lastIdx="1" clrIdx="1"/>
  <p:cmAuthor id="433" name="未知的使用者215" initials="" lastIdx="1" clrIdx="0"/>
  <p:cmAuthor id="434" name="未知用户121" initials="未" lastIdx="1" clrIdx="0"/>
  <p:cmAuthor id="435" name="王 黎黎" initials="王" lastIdx="2" clrIdx="289"/>
  <p:cmAuthor id="436" name="未知的使用者148" initials="未" lastIdx="5" clrIdx="0"/>
  <p:cmAuthor id="437" name="Kent" initials="K" lastIdx="2" clrIdx="0"/>
  <p:cmAuthor id="438" name="未知的使用者163" initials="未" lastIdx="1" clrIdx="0"/>
  <p:cmAuthor id="439" name="未知的使用者165" initials="未" lastIdx="1" clrIdx="0"/>
  <p:cmAuthor id="440" name="未知的使用者158" initials="未" lastIdx="1" clrIdx="0"/>
  <p:cmAuthor id="441" name="未知的使用者166" initials="未" lastIdx="8" clrIdx="0"/>
  <p:cmAuthor id="442" name="未知的使用者167" initials="未" lastIdx="0" clrIdx="1"/>
  <p:cmAuthor id="443" name="未知的使用者159" initials="未" lastIdx="1" clrIdx="1"/>
  <p:cmAuthor id="444" name="未知的使用者160" initials="未" lastIdx="1" clrIdx="0"/>
  <p:cmAuthor id="445" name="未知的使用者168" initials="未" lastIdx="1" clrIdx="0"/>
  <p:cmAuthor id="446" name="未知用户120" initials="未" lastIdx="1" clrIdx="0"/>
  <p:cmAuthor id="447" name="未知用户122" initials="未" lastIdx="1" clrIdx="0"/>
  <p:cmAuthor id="448" name="未知用户139" initials="未" lastIdx="2" clrIdx="0"/>
  <p:cmAuthor id="449" name="未知用户141" initials="未" lastIdx="1" clrIdx="1"/>
  <p:cmAuthor id="450" name="未知用户143" initials="未" lastIdx="1" clrIdx="0"/>
  <p:cmAuthor id="451" name="未知用户144" initials="未" lastIdx="1" clrIdx="0"/>
  <p:cmAuthor id="452" name="未知用户145" initials="未" lastIdx="2" clrIdx="0"/>
  <p:cmAuthor id="453" name="未知用户119" initials="未" lastIdx="1" clrIdx="1"/>
  <p:cmAuthor id="454" name="未知用户140" initials="未" lastIdx="0" clrIdx="1"/>
  <p:cmAuthor id="455" name="未知用户142" initials="未" lastIdx="1" clrIdx="0"/>
  <p:cmAuthor id="456" name="未知用户146" initials="未" lastIdx="5" clrIdx="1"/>
  <p:cmAuthor id="457" name="未知用户147" initials="未" lastIdx="0" clrIdx="1"/>
  <p:cmAuthor id="458" name="未知用户148" initials="未" lastIdx="1" clrIdx="0"/>
  <p:cmAuthor id="459" name="未知用户195" initials="未" lastIdx="1" clrIdx="0"/>
  <p:cmAuthor id="460" name="未知用户207" initials="未" lastIdx="3" clrIdx="1"/>
  <p:cmAuthor id="461" name="未知用户208" initials="未" lastIdx="1" clrIdx="0"/>
  <p:cmAuthor id="462" name="未知用户198" initials="未" lastIdx="1" clrIdx="0"/>
  <p:cmAuthor id="463" name="未知用户209" initials="未" lastIdx="1" clrIdx="0"/>
  <p:cmAuthor id="464" name="未知用户206" initials="未" lastIdx="6" clrIdx="0"/>
  <p:cmAuthor id="465" name="未知用户46" initials="未" lastIdx="10" clrIdx="0"/>
  <p:cmAuthor id="466" name="未知的使用者188" initials="未" lastIdx="1" clrIdx="0"/>
  <p:cmAuthor id="467" name="未知的使用者189" initials="未" lastIdx="2" clrIdx="0"/>
  <p:cmAuthor id="468" name="未知的使用者190" initials="未" lastIdx="1" clrIdx="1"/>
  <p:cmAuthor id="469" name="未知的使用者191" initials="未" lastIdx="1" clrIdx="0"/>
  <p:cmAuthor id="470" name="未知的使用者192" initials="未" lastIdx="1" clrIdx="0"/>
  <p:cmAuthor id="471" name="未知的使用者193" initials="未" lastIdx="2" clrIdx="0"/>
  <p:cmAuthor id="472" name="未知的使用者153" initials="未" lastIdx="1" clrIdx="0"/>
  <p:cmAuthor id="473" name="未知的使用者154" initials="未" lastIdx="1" clrIdx="0"/>
  <p:cmAuthor id="474" name="未知的使用者157" initials="未" lastIdx="1" clrIdx="0"/>
  <p:cmAuthor id="475" name="未知的使用者129" initials="未" lastIdx="1" clrIdx="0"/>
  <p:cmAuthor id="476" name="未知的使用者164" initials="未" lastIdx="8" clrIdx="0"/>
  <p:cmAuthor id="477" name="未知的使用者172" initials="未" lastIdx="1" clrIdx="0"/>
  <p:cmAuthor id="478" name="未知的使用者174" initials="未" lastIdx="1" clrIdx="0"/>
  <p:cmAuthor id="479" name="未知的使用者247" initials="未" lastIdx="6" clrIdx="0"/>
  <p:cmAuthor id="480" name="未知的使用者249" initials="未" lastIdx="43" clrIdx="1"/>
  <p:cmAuthor id="481" name="未知的使用者250" initials="未" lastIdx="1" clrIdx="0"/>
  <p:cmAuthor id="482" name="未知的使用者251" initials="未" lastIdx="1" clrIdx="0"/>
  <p:cmAuthor id="483" name="未知的使用者246" initials="未" lastIdx="1" clrIdx="1"/>
  <p:cmAuthor id="484" name="未知的使用者252" initials="未" lastIdx="1" clrIdx="0"/>
  <p:cmAuthor id="485" name="未知的使用者253" initials="未" lastIdx="1" clrIdx="0"/>
  <p:cmAuthor id="486" name="未知的使用者254" initials="未" lastIdx="1" clrIdx="0"/>
  <p:cmAuthor id="487" name="未知的使用者255" initials="未" lastIdx="1" clrIdx="0"/>
  <p:cmAuthor id="488" name="未知的使用者270" initials="未" lastIdx="1" clrIdx="0"/>
  <p:cmAuthor id="489" name="未知的使用者256" initials="未" lastIdx="1" clrIdx="0"/>
  <p:cmAuthor id="490" name="未知的使用者257" initials="未" lastIdx="1" clrIdx="0"/>
  <p:cmAuthor id="491" name="未知的使用者240" initials="未" lastIdx="1" clrIdx="0"/>
  <p:cmAuthor id="492" name="未知的使用者241" initials="未" lastIdx="1" clrIdx="0"/>
  <p:cmAuthor id="493" name="未知的使用者242" initials="未" lastIdx="2" clrIdx="0"/>
  <p:cmAuthor id="494" name="未知的使用者243" initials="未" lastIdx="1" clrIdx="0"/>
  <p:cmAuthor id="495" name="未知的使用者258" initials="未" lastIdx="8" clrIdx="0"/>
  <p:cmAuthor id="496" name="未知的使用者259" initials="未" lastIdx="1" clrIdx="0"/>
  <p:cmAuthor id="497" name="未知的使用者260" initials="未" lastIdx="1" clrIdx="0"/>
  <p:cmAuthor id="498" name="未知的使用者261" initials="未" lastIdx="11" clrIdx="0"/>
  <p:cmAuthor id="499" name="未知的使用者262" initials="未" lastIdx="7" clrIdx="1"/>
  <p:cmAuthor id="500" name="未知的使用者263" initials="未" lastIdx="1" clrIdx="2"/>
  <p:cmAuthor id="501" name="未知的使用者264" initials="未" lastIdx="1" clrIdx="0"/>
  <p:cmAuthor id="502" name="未知的使用者265" initials="未" lastIdx="1" clrIdx="0"/>
  <p:cmAuthor id="503" name="未知的使用者266" initials="未" lastIdx="1" clrIdx="1"/>
  <p:cmAuthor id="504" name="未知的使用者267" initials="未" lastIdx="1" clrIdx="0"/>
  <p:cmAuthor id="505" name="未知的使用者268" initials="未" lastIdx="2" clrIdx="0"/>
  <p:cmAuthor id="506" name="未知的使用者269" initials="未" lastIdx="7" clrIdx="1"/>
  <p:cmAuthor id="507" name="lillian" initials="l" lastIdx="1" clrIdx="0"/>
  <p:cmAuthor id="508" name="未知用户197" initials="未" lastIdx="1" clrIdx="0"/>
  <p:cmAuthor id="509" name="未知用户157" initials="未" lastIdx="8" clrIdx="0"/>
  <p:cmAuthor id="510" name="未知用户158" initials="未" lastIdx="2" clrIdx="0"/>
  <p:cmAuthor id="511" name="未知用户159" initials="未" lastIdx="1" clrIdx="0"/>
  <p:cmAuthor id="512" name="未知用户160" initials="未" lastIdx="2" clrIdx="0"/>
  <p:cmAuthor id="513" name="未知用户168" initials="未" lastIdx="1" clrIdx="0"/>
  <p:cmAuthor id="514" name="順天" initials="順" lastIdx="1" clrIdx="0"/>
  <p:cmAuthor id="515" name="未知用户246" initials="未" lastIdx="1" clrIdx="0"/>
  <p:cmAuthor id="516" name="未知用户166" initials="未" lastIdx="0" clrIdx="1"/>
  <p:cmAuthor id="517" name="未知用户189" initials="未" lastIdx="2" clrIdx="0"/>
  <p:cmAuthor id="518" name="dscAdmin" initials="d" lastIdx="1" clrIdx="85"/>
  <p:cmAuthor id="520" name="未知用户20" initials="未" lastIdx="0" clrIdx="0"/>
  <p:cmAuthor id="521" name="未知用户268" initials="未" lastIdx="1" clrIdx="0"/>
  <p:cmAuthor id="522" name="未知用户269" initials="未" lastIdx="2" clrIdx="0"/>
  <p:cmAuthor id="523" name="Arno.Du(杜明星)" initials="A" lastIdx="0" clrIdx="0"/>
  <p:cmAuthor id="524" name="未知用户250" initials="未" lastIdx="0" clrIdx="0"/>
  <p:cmAuthor id="525" name="未知的使用者1" initials="未" lastIdx="1" clrIdx="0"/>
  <p:cmAuthor id="526" name="Kevin Hu" initials="K" lastIdx="1" clrIdx="0"/>
  <p:cmAuthor id="527" name="未知的使用者217" initials="未" lastIdx="1" clrIdx="1"/>
  <p:cmAuthor id="528" name="Charley" initials="C" lastIdx="1" clrIdx="0"/>
  <p:cmAuthor id="529" name="lilan" initials="l" lastIdx="1" clrIdx="0"/>
  <p:cmAuthor id="530" name="未知用户54" initials="未" lastIdx="3" clrIdx="1"/>
  <p:cmAuthor id="531" name="Unknown User48" initials="U" lastIdx="8" clrIdx="0"/>
  <p:cmAuthor id="532" name="liuchunhua199110" initials="l" lastIdx="3" clrIdx="3"/>
  <p:cmAuthor id="533" name="hmwang" initials="dsc" lastIdx="2" clrIdx="532"/>
  <p:cmAuthor id="534" name="未知的使用者204" initials="未" lastIdx="1" clrIdx="0"/>
  <p:cmAuthor id="535" name="Unknown User50" initials="U" lastIdx="1" clrIdx="0"/>
  <p:cmAuthor id="536" name="未知的使用者81" initials="未" lastIdx="1" clrIdx="0"/>
  <p:cmAuthor id="537" name="未知的使用者151" initials="未" lastIdx="1" clrIdx="1"/>
  <p:cmAuthor id="538" name="未知的使用者216" initials="未" lastIdx="1" clrIdx="0"/>
  <p:cmAuthor id="539" name="user" initials="u" lastIdx="1" clrIdx="75"/>
  <p:cmAuthor id="540" name="未知用户307" initials="未" lastIdx="1" clrIdx="0"/>
  <p:cmAuthor id="541" name="未知的使用者234" initials="未" lastIdx="10" clrIdx="0"/>
  <p:cmAuthor id="542" name="未知的使用者137" initials="未" lastIdx="1" clrIdx="0"/>
  <p:cmAuthor id="543" name="heweia@digiwin.com" initials="h" lastIdx="1" clrIdx="86"/>
  <p:cmAuthor id="544" name="acer" initials="a" lastIdx="1" clrIdx="543"/>
  <p:cmAuthor id="545" name="dell" initials="d" lastIdx="1" clrIdx="544"/>
  <p:cmAuthor id="547" name="super" initials="s" lastIdx="1" clrIdx="546"/>
  <p:cmAuthor id="548" name="未知的使用者238" initials="未" lastIdx="2" clrIdx="0"/>
  <p:cmAuthor id="549" name="77482" initials="7" lastIdx="2" clrIdx="548"/>
  <p:cmAuthor id="550" name="未知用户165" initials="未知用户165" lastIdx="1" clrIdx="0"/>
  <p:cmAuthor id="551" name="未知用户280" initials="未" lastIdx="5" clrIdx="2"/>
  <p:cmAuthor id="552" name="未知用户298" initials="未" lastIdx="1" clrIdx="0"/>
  <p:cmAuthor id="553" name="刘晖" initials="刘" lastIdx="1" clrIdx="0"/>
  <p:cmAuthor id="554" name="未知用户190" initials="未" lastIdx="1" clrIdx="1"/>
  <p:cmAuthor id="555" name="未知用户257" initials="未" lastIdx="1" clrIdx="0"/>
  <p:cmAuthor id="556" name="Stacy Chiang" initials="S" lastIdx="2" clrIdx="0"/>
  <p:cmAuthor id="557" name="Xia Ting" initials="X" lastIdx="1" clrIdx="0"/>
  <p:cmAuthor id="558" name="未知用户266" initials="未" lastIdx="1" clrIdx="1"/>
  <p:cmAuthor id="559" name="不明使用者54" initials="不" lastIdx="1" clrIdx="1"/>
  <p:cmAuthor id="560" name="未知用户7" initials="未知用户7" lastIdx="2" clrIdx="0"/>
  <p:cmAuthor id="561" name="未知用户94" initials="未" lastIdx="0" clrIdx="0"/>
  <p:cmAuthor id="562" name="未知用户321" initials="未" lastIdx="1" clrIdx="0"/>
  <p:cmAuthor id="563" name=" " initials="" lastIdx="6" clrIdx="85"/>
  <p:cmAuthor id="564" name="不明使用者57" initials="不" lastIdx="1" clrIdx="0"/>
  <p:cmAuthor id="565" name="未知的使用者139" initials="未" lastIdx="1" clrIdx="0"/>
  <p:cmAuthor id="566" name="未知的使用者140" initials="未" lastIdx="1" clrIdx="1"/>
  <p:cmAuthor id="567" name="未知用户320" initials="未" lastIdx="1" clrIdx="1"/>
  <p:cmAuthor id="568" name="FanJQ" initials="F" lastIdx="1" clrIdx="1"/>
  <p:cmAuthor id="569" name="未知用户211" initials="未" lastIdx="8" clrIdx="0"/>
  <p:cmAuthor id="570" name="未知用户212" initials="未" lastIdx="8" clrIdx="0"/>
  <p:cmAuthor id="571" name="未知用户293" initials="未" lastIdx="1" clrIdx="0"/>
  <p:cmAuthor id="572" name="未知用户201" initials="未" lastIdx="8" clrIdx="0"/>
  <p:cmAuthor id="573" name="未知用户161" initials="未" lastIdx="1" clrIdx="0"/>
  <p:cmAuthor id="574" name="未知用户183" initials="未" lastIdx="1" clrIdx="0"/>
  <p:cmAuthor id="575" name="nancy" initials="n" lastIdx="1" clrIdx="0"/>
  <p:cmAuthor id="576" name="未知用户163" initials="未" lastIdx="8" clrIdx="0"/>
  <p:cmAuthor id="577" name="未知的使用者233" initials="未" lastIdx="1" clrIdx="0"/>
  <p:cmAuthor id="578" name="ll z" initials="l" lastIdx="2" clrIdx="0"/>
  <p:cmAuthor id="579" name="未知用户191" initials="未" lastIdx="1" clrIdx="0"/>
  <p:cmAuthor id="580" name="未知用户167" initials="未" lastIdx="1" clrIdx="0"/>
  <p:cmAuthor id="581" name="guanhh" initials="g" lastIdx="3" clrIdx="0"/>
  <p:cmAuthor id="582" name="未知用户169" initials="未" lastIdx="1" clrIdx="0"/>
  <p:cmAuthor id="583" name="未知用户192" initials="未" lastIdx="1" clrIdx="0"/>
  <p:cmAuthor id="584" name="未知用户203" initials="未" lastIdx="1" clrIdx="1"/>
  <p:cmAuthor id="585" name="未知用户175" initials="未" lastIdx="1" clrIdx="0"/>
  <p:cmAuthor id="586" name="未知用户176" initials="未" lastIdx="1" clrIdx="0"/>
  <p:cmAuthor id="587" name="未知用户177" initials="未" lastIdx="2" clrIdx="0"/>
  <p:cmAuthor id="588" name="未知用户184" initials="未" lastIdx="1" clrIdx="1"/>
  <p:cmAuthor id="589" name="未知用户179" initials="未" lastIdx="1" clrIdx="0"/>
  <p:cmAuthor id="590" name="未知用户185" initials="未" lastIdx="1" clrIdx="0"/>
  <p:cmAuthor id="591" name="未知用户181" initials="未" lastIdx="2" clrIdx="0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王嘉偉" initials="王" lastIdx="2" clrIdx="0"/>
  <p:cmAuthor id="597" name="catherine" initials="c" lastIdx="1" clrIdx="1"/>
  <p:cmAuthor id="598" name="未知的使用者88" initials="未" lastIdx="1" clrIdx="0"/>
  <p:cmAuthor id="599" name="未知的使用者89" initials="未" lastIdx="5" clrIdx="0"/>
  <p:cmAuthor id="600" name="未知用户287" initials="未" lastIdx="0" clrIdx="1"/>
  <p:cmAuthor id="601" name="未知用户288" initials="未" lastIdx="1" clrIdx="0"/>
  <p:cmAuthor id="602" name="未知用户289" initials="未" lastIdx="1" clrIdx="0"/>
  <p:cmAuthor id="603" name="未知用户290" initials="未" lastIdx="2" clrIdx="0"/>
  <p:cmAuthor id="604" name="未知用户291" initials="未" lastIdx="8" clrIdx="0"/>
  <p:cmAuthor id="605" name="未知用户292" initials="未" lastIdx="1" clrIdx="0"/>
  <p:cmAuthor id="606" name="未知用户295" initials="未" lastIdx="1" clrIdx="0"/>
  <p:cmAuthor id="607" name="未知用户297" initials="未" lastIdx="1" clrIdx="0"/>
  <p:cmAuthor id="608" name="未知用户310" initials="未" lastIdx="1" clrIdx="0"/>
  <p:cmAuthor id="609" name="未知的使用者202" initials="未" lastIdx="0" clrIdx="1"/>
  <p:cmAuthor id="610" name="未知用户215" initials="未" lastIdx="1" clrIdx="0"/>
  <p:cmAuthor id="611" name="未知用户216" initials="未" lastIdx="1" clrIdx="0"/>
  <p:cmAuthor id="612" name="未知的使用者196" initials="未" lastIdx="1" clrIdx="0"/>
  <p:cmAuthor id="613" name="未知用户243" initials="未" lastIdx="1" clrIdx="0"/>
  <p:cmAuthor id="614" name="未知用户282" initials="未" lastIdx="3" clrIdx="1"/>
  <p:cmAuthor id="615" name="未知用户283" initials="未" lastIdx="1" clrIdx="1"/>
  <p:cmAuthor id="616" name="未知用户213" initials="未" lastIdx="1" clrIdx="0"/>
  <p:cmAuthor id="617" name="未知用户279" initials="未" lastIdx="1" clrIdx="0"/>
  <p:cmAuthor id="618" name="未知用户281" initials="未" lastIdx="1" clrIdx="0"/>
  <p:cmAuthor id="619" name="未知用户284" initials="未" lastIdx="1" clrIdx="0"/>
  <p:cmAuthor id="620" name="Ying Lou" initials="Y" lastIdx="1" clrIdx="187"/>
  <p:cmAuthor id="621" name="未知用户174" initials="未" lastIdx="1" clrIdx="0"/>
  <p:cmAuthor id="622" name="刘佳佳" initials="刘" lastIdx="1" clrIdx="333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未知用户240" initials="未" lastIdx="2" clrIdx="0"/>
  <p:cmAuthor id="629" name="未知用户221" initials="未" lastIdx="43" clrIdx="1"/>
  <p:cmAuthor id="630" name="王 辰斌" initials="王" lastIdx="1" clrIdx="334"/>
  <p:cmAuthor id="631" name="未知用户89" initials="未" lastIdx="1" clrIdx="0"/>
  <p:cmAuthor id="632" name="未知的使用者197" initials="未" lastIdx="8" clrIdx="0"/>
  <p:cmAuthor id="633" name="Carol Kelly" initials="C" lastIdx="1" clrIdx="0"/>
  <p:cmAuthor id="634" name="未知的使用者205" initials="未" lastIdx="0" clrIdx="1"/>
  <p:cmAuthor id="635" name="未知的使用者200" initials="未" lastIdx="1" clrIdx="0"/>
  <p:cmAuthor id="636" name="Unknown User58" initials="U" lastIdx="1" clrIdx="0"/>
  <p:cmAuthor id="637" name="Unknown User55" initials="U" lastIdx="1" clrIdx="1"/>
  <p:cmAuthor id="638" name="未知的使用者195" initials="未" lastIdx="1" clrIdx="1"/>
  <p:cmAuthor id="639" name="Huipeng Cao" initials="H" lastIdx="1" clrIdx="0"/>
  <p:cmAuthor id="640" name="李 雷雨" initials="李" lastIdx="1" clrIdx="0"/>
  <p:cmAuthor id="641" name="91257" initials="9" lastIdx="0" clrIdx="1"/>
  <p:cmAuthor id="642" name="未知用户228" initials="未" lastIdx="1" clrIdx="0"/>
  <p:cmAuthor id="643" name="vicky" initials="v" lastIdx="2" clrIdx="1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不明使用者3" initials="不" lastIdx="1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不明使用者7" initials="不" lastIdx="7" clrIdx="1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59" name="未知用户303" initials="未" lastIdx="5" clrIdx="1"/>
  <p:cmAuthor id="660" name="未知用户304" initials="未" lastIdx="1" clrIdx="0"/>
  <p:cmAuthor id="661" name="win7" initials="w" lastIdx="6" clrIdx="0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蓝礼健" initials="蓝" lastIdx="1" clrIdx="0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2" name="未知用户230" initials="未" lastIdx="3" clrIdx="1"/>
  <p:cmAuthor id="673" name="Kathy" initials="K" lastIdx="0" clrIdx="0"/>
  <p:cmAuthor id="674" name="孟连磊" initials="孟" lastIdx="1" clrIdx="0"/>
  <p:cmAuthor id="675" name="書緯 洪" initials="書緯" lastIdx="1" clrIdx="188"/>
  <p:cmAuthor id="676" name="未知的使用者177" initials="未" lastIdx="8" clrIdx="0"/>
  <p:cmAuthor id="677" name="未知用户354" initials="未" lastIdx="1" clrIdx="0"/>
  <p:cmAuthor id="678" name="未知用户238" initials="未" lastIdx="10" clrIdx="0"/>
  <p:cmAuthor id="679" name="未知用户220" initials="未" lastIdx="1" clrIdx="0"/>
  <p:cmAuthor id="680" name="俊呈 賴" initials="俊" lastIdx="1" clrIdx="87"/>
  <p:cmAuthor id="681" name="winner1 chan" initials="wc" lastIdx="1" clrIdx="334"/>
  <p:cmAuthor id="682" name="未知用户332" initials="未" lastIdx="1" clrIdx="0"/>
  <p:cmAuthor id="683" name="未知用户217" initials="未" lastIdx="1" clrIdx="0"/>
  <p:cmAuthor id="684" name="未知用户272" initials="未" lastIdx="10" clrIdx="0"/>
  <p:cmAuthor id="685" name="俊晔 邱" initials="俊" lastIdx="1" clrIdx="87"/>
  <p:cmAuthor id="686" name="annie.gts@outlook.com" initials="a" lastIdx="2" clrIdx="0"/>
  <p:cmAuthor id="687" name="杨 升格" initials="杨" lastIdx="2" clrIdx="0"/>
  <p:cmAuthor id="688" name="Unknown User80" initials="U" lastIdx="1" clrIdx="0"/>
  <p:cmAuthor id="689" name="frankyang" initials="f" lastIdx="1" clrIdx="136"/>
  <p:cmAuthor id="690" name="未知用户222" initials="未" lastIdx="1" clrIdx="0"/>
  <p:cmAuthor id="691" name="璇 安" initials="璇" lastIdx="9" clrIdx="85"/>
  <p:cmAuthor id="692" name="未知用户214" initials="未" lastIdx="2" clrIdx="0"/>
  <p:cmAuthor id="693" name="lxm" initials="l" lastIdx="1" clrIdx="413"/>
  <p:cmAuthor id="694" name="未知用户231" initials="未" lastIdx="1" clrIdx="0"/>
  <p:cmAuthor id="695" name="PC" initials="P" lastIdx="4" clrIdx="0"/>
  <p:cmAuthor id="696" name="yesg" initials="y" lastIdx="1" clrIdx="0"/>
  <p:cmAuthor id="697" name="Microsoft Office User" initials="M" lastIdx="2" clrIdx="86"/>
  <p:cmAuthor id="698" name="陳珮琪" initials="陳珮琪" lastIdx="1" clrIdx="188"/>
  <p:cmAuthor id="699" name="未知用户277" initials="未" lastIdx="1" clrIdx="1"/>
  <p:cmAuthor id="700" name="soling" initials="s" lastIdx="1" clrIdx="2"/>
  <p:cmAuthor id="701" name="李 骁" initials="李" lastIdx="1" clrIdx="0"/>
  <p:cmAuthor id="702" name="未知用户258" initials="未" lastIdx="8" clrIdx="0"/>
  <p:cmAuthor id="703" name="未知的使用者96" initials="未" lastIdx="2" clrIdx="0"/>
  <p:cmAuthor id="704" name="未知的使用者97" initials="未" lastIdx="8" clrIdx="0"/>
  <p:cmAuthor id="705" name="未知的使用者99" initials="未" lastIdx="1" clrIdx="0"/>
  <p:cmAuthor id="706" name="未知的使用者101" initials="未" lastIdx="1" clrIdx="0"/>
  <p:cmAuthor id="707" name="未知用户263" initials="未" lastIdx="8" clrIdx="0"/>
  <p:cmAuthor id="708" name="未知用户248" initials="未" lastIdx="1" clrIdx="0"/>
  <p:cmAuthor id="709" name="未知用户249" initials="未" lastIdx="1" clrIdx="0"/>
  <p:cmAuthor id="710" name="未知用户285" initials="未" lastIdx="1" clrIdx="1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5" name="未知用户319" initials="未" lastIdx="3" clrIdx="0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721" name="wangxinhui" initials="w" lastIdx="1" clrIdx="0"/>
  <p:cmAuthor id="722" name="未知用户245" initials="未" lastIdx="10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  <p:cmAuthor id="757" name="未知用户381" initials="未" lastIdx="1" clrIdx="0"/>
  <p:cmAuthor id="758" name="未知用户382" initials="未" lastIdx="1" clrIdx="0"/>
  <p:cmAuthor id="759" name="未知用户383" initials="未" lastIdx="1" clrIdx="0"/>
  <p:cmAuthor id="760" name="未知用户384" initials="未" lastIdx="1" clrIdx="0"/>
  <p:cmAuthor id="761" name="未知用户294" initials="未" lastIdx="8" clrIdx="0"/>
  <p:cmAuthor id="762" name="未知用户385" initials="未" lastIdx="2" clrIdx="0"/>
  <p:cmAuthor id="763" name="未知用户386" initials="未" lastIdx="1" clrIdx="1"/>
  <p:cmAuthor id="764" name="未知用户429" initials="未" lastIdx="1" clrIdx="0"/>
  <p:cmAuthor id="765" name="未知用户348" initials="未" lastIdx="1" clrIdx="0"/>
  <p:cmAuthor id="766" name="未知用户430" initials="未" lastIdx="2" clrIdx="0"/>
  <p:cmAuthor id="767" name="未知用户389" initials="未" lastIdx="1" clrIdx="0"/>
  <p:cmAuthor id="768" name="未知用户350" initials="未" lastIdx="1" clrIdx="0"/>
  <p:cmAuthor id="769" name="未知用户431" initials="未" lastIdx="1" clrIdx="0"/>
  <p:cmAuthor id="770" name="未知用户351" initials="未" lastIdx="8" clrIdx="0"/>
  <p:cmAuthor id="771" name="未知用户432" initials="未" lastIdx="1" clrIdx="0"/>
  <p:cmAuthor id="772" name="未知用户392" initials="未" lastIdx="1" clrIdx="0"/>
  <p:cmAuthor id="773" name="未知用户433" initials="未" lastIdx="1" clrIdx="0"/>
  <p:cmAuthor id="774" name="未知用户434" initials="未" lastIdx="1" clrIdx="0"/>
  <p:cmAuthor id="775" name="未知用户393" initials="未" lastIdx="11" clrIdx="0"/>
  <p:cmAuthor id="776" name="未知用户435" initials="未" lastIdx="7" clrIdx="1"/>
  <p:cmAuthor id="777" name="未知用户356" initials="未" lastIdx="1" clrIdx="2"/>
  <p:cmAuthor id="778" name="未知用户436" initials="未" lastIdx="1" clrIdx="0"/>
  <p:cmAuthor id="779" name="未知用户396" initials="未" lastIdx="1" clrIdx="0"/>
  <p:cmAuthor id="780" name="未知用户437" initials="未" lastIdx="1" clrIdx="1"/>
  <p:cmAuthor id="781" name="未知用户397" initials="未" lastIdx="1" clrIdx="0"/>
  <p:cmAuthor id="782" name="未知用户419" initials="未" lastIdx="1" clrIdx="0"/>
  <p:cmAuthor id="783" name="未知用户399" initials="未" lastIdx="2" clrIdx="0"/>
  <p:cmAuthor id="784" name="未知用户438" initials="未" lastIdx="7" clrIdx="1"/>
  <p:cmAuthor id="785" name="未知用户401" initials="未" lastIdx="43" clrIdx="1"/>
  <p:cmAuthor id="786" name="未知用户402" initials="未" lastIdx="1" clrIdx="0"/>
  <p:cmAuthor id="787" name="未知用户403" initials="未" lastIdx="1" clrIdx="0"/>
  <p:cmAuthor id="788" name="未知用户327" initials="未" lastIdx="1" clrIdx="0"/>
  <p:cmAuthor id="789" name="未知用户404" initials="未" lastIdx="1" clrIdx="0"/>
  <p:cmAuthor id="790" name="未知用户405" initials="未" lastIdx="1" clrIdx="0"/>
  <p:cmAuthor id="791" name="未知用户439" initials="未" lastIdx="2" clrIdx="0"/>
  <p:cmAuthor id="792" name="未知用户406" initials="未" lastIdx="0" clrIdx="0"/>
  <p:cmAuthor id="793" name="未知用户440" initials="未" lastIdx="1" clrIdx="0"/>
  <p:cmAuthor id="794" name="未知用户441" initials="未" lastIdx="1" clrIdx="0"/>
  <p:cmAuthor id="795" name="未知用户442" initials="未" lastIdx="1" clrIdx="0"/>
  <p:cmAuthor id="796" name="未知用户409" initials="未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0914"/>
    <a:srgbClr val="A5342D"/>
    <a:srgbClr val="023CA7"/>
    <a:srgbClr val="55BEFB"/>
    <a:srgbClr val="57C0FE"/>
    <a:srgbClr val="56C1FF"/>
    <a:srgbClr val="033DA7"/>
    <a:srgbClr val="000000"/>
    <a:srgbClr val="E0465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875" autoAdjust="0"/>
  </p:normalViewPr>
  <p:slideViewPr>
    <p:cSldViewPr snapToGrid="0" showGuides="1">
      <p:cViewPr varScale="1">
        <p:scale>
          <a:sx n="86" d="100"/>
          <a:sy n="86" d="100"/>
        </p:scale>
        <p:origin x="562" y="67"/>
      </p:cViewPr>
      <p:guideLst>
        <p:guide orient="horz" pos="1122"/>
        <p:guide pos="7254"/>
        <p:guide orient="horz" pos="2078"/>
        <p:guide pos="435"/>
        <p:guide pos="1076"/>
        <p:guide pos="5019"/>
      </p:guideLst>
    </p:cSldViewPr>
  </p:slideViewPr>
  <p:outlineViewPr>
    <p:cViewPr>
      <p:scale>
        <a:sx n="33" d="100"/>
        <a:sy n="33" d="100"/>
      </p:scale>
      <p:origin x="0" y="-2136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-41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C09399-D189-4AB1-9844-D2C38D8E72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C2C1B0-986A-4A98-9B44-7CB23F46F04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6088" y="887413"/>
            <a:ext cx="4262437" cy="23971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6088" y="887413"/>
            <a:ext cx="4262437" cy="23971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6088" y="887413"/>
            <a:ext cx="4262437" cy="23971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6088" y="887413"/>
            <a:ext cx="4262437" cy="23971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6088" y="887413"/>
            <a:ext cx="4262437" cy="23971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6088" y="887413"/>
            <a:ext cx="4262437" cy="23971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6088" y="887413"/>
            <a:ext cx="4262437" cy="23971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6088" y="887413"/>
            <a:ext cx="4262437" cy="23971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6088" y="887413"/>
            <a:ext cx="4262437" cy="23971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6088" y="887413"/>
            <a:ext cx="4262437" cy="23971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86088" y="887413"/>
            <a:ext cx="4262437" cy="23971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image" Target="../media/image1.png"/><Relationship Id="rId4" Type="http://schemas.openxmlformats.org/officeDocument/2006/relationships/image" Target="../media/image2.emf"/><Relationship Id="rId3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B1F85-DAAB-4219-9331-69DBD3807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C784-DD60-4851-8814-02939ACAD4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B1F85-DAAB-4219-9331-69DBD3807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C784-DD60-4851-8814-02939ACAD4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B1F85-DAAB-4219-9331-69DBD3807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C784-DD60-4851-8814-02939ACAD4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B1F85-DAAB-4219-9331-69DBD3807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C784-DD60-4851-8814-02939ACAD4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B1F85-DAAB-4219-9331-69DBD3807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C784-DD60-4851-8814-02939ACAD4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B1F85-DAAB-4219-9331-69DBD3807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C784-DD60-4851-8814-02939ACAD4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B1F85-DAAB-4219-9331-69DBD3807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C784-DD60-4851-8814-02939ACAD4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B1F85-DAAB-4219-9331-69DBD3807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C784-DD60-4851-8814-02939ACAD4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B1F85-DAAB-4219-9331-69DBD3807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C784-DD60-4851-8814-02939ACAD4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B1F85-DAAB-4219-9331-69DBD3807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FC784-DD60-4851-8814-02939ACAD4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755218"/>
          </a:xfrm>
          <a:prstGeom prst="rect">
            <a:avLst/>
          </a:prstGeom>
          <a:solidFill>
            <a:srgbClr val="023C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Helvetic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390032" y="812576"/>
            <a:ext cx="11410082" cy="551769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032" y="78453"/>
            <a:ext cx="8826539" cy="59831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/>
          <a:srcRect l="1108" t="1541" r="1564" b="4076"/>
          <a:stretch>
            <a:fillRect/>
          </a:stretch>
        </p:blipFill>
        <p:spPr>
          <a:xfrm>
            <a:off x="11003390" y="52810"/>
            <a:ext cx="947071" cy="623953"/>
          </a:xfrm>
          <a:prstGeom prst="roundRect">
            <a:avLst>
              <a:gd name="adj" fmla="val 20483"/>
            </a:avLst>
          </a:prstGeom>
        </p:spPr>
      </p:pic>
      <p:sp>
        <p:nvSpPr>
          <p:cNvPr id="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68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A00C324-829D-4EA5-875A-6BDE9D98C38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Helvetica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Helvetic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119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2" name="think-cell Slide" r:id="rId3" imgW="12700" imgH="12700" progId="TCLayout.ActiveDocument.1">
                  <p:embed/>
                </p:oleObj>
              </mc:Choice>
              <mc:Fallback>
                <p:oleObj name="think-cell Slide" r:id="rId3" imgW="12700" imgH="12700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6000" y="164638"/>
            <a:ext cx="9892923" cy="750665"/>
          </a:xfrm>
          <a:prstGeom prst="rect">
            <a:avLst/>
          </a:prstGeom>
        </p:spPr>
        <p:txBody>
          <a:bodyPr vert="horz" lIns="108000" tIns="0" rIns="0" bIns="0" rtlCol="0"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2800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defRPr>
            </a:lvl1pPr>
          </a:lstStyle>
          <a:p>
            <a:r>
              <a:rPr lang="en-GB" altLang="zh-CN" dirty="0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idx="1" hasCustomPrompt="1"/>
          </p:nvPr>
        </p:nvSpPr>
        <p:spPr>
          <a:xfrm>
            <a:off x="576000" y="1288475"/>
            <a:ext cx="11270859" cy="5167292"/>
          </a:xfrm>
          <a:prstGeom prst="rect">
            <a:avLst/>
          </a:prstGeom>
        </p:spPr>
        <p:txBody>
          <a:bodyPr vert="horz" lIns="108000" tIns="0" rIns="0" bIns="0" rtlCol="0">
            <a:noAutofit/>
          </a:bodyPr>
          <a:lstStyle>
            <a:lvl1pPr marL="361950" indent="-361950">
              <a:spcBef>
                <a:spcPts val="0"/>
              </a:spcBef>
              <a:spcAft>
                <a:spcPts val="1200"/>
              </a:spcAft>
              <a:defRPr sz="20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842645" indent="-360045">
              <a:spcBef>
                <a:spcPts val="0"/>
              </a:spcBef>
              <a:spcAft>
                <a:spcPts val="1200"/>
              </a:spcAft>
              <a:defRPr sz="16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310005" indent="-347345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  <a:defRPr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790700" indent="-360045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  <a:defRPr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865">
                <a:solidFill>
                  <a:srgbClr val="002060"/>
                </a:solidFill>
              </a:defRPr>
            </a:lvl5pPr>
          </a:lstStyle>
          <a:p>
            <a:pPr lvl="0"/>
            <a:r>
              <a:rPr lang="en-GB" altLang="zh-CN" dirty="0"/>
              <a:t>Header and First Level Content</a:t>
            </a:r>
            <a:endParaRPr lang="zh-CN" altLang="en-US" dirty="0"/>
          </a:p>
          <a:p>
            <a:pPr lvl="1"/>
            <a:r>
              <a:rPr lang="en-GB" altLang="zh-CN" dirty="0"/>
              <a:t>Second Level Content</a:t>
            </a:r>
            <a:endParaRPr lang="zh-CN" altLang="en-US" dirty="0"/>
          </a:p>
          <a:p>
            <a:pPr lvl="2"/>
            <a:r>
              <a:rPr lang="en-GB" altLang="zh-CN" dirty="0"/>
              <a:t>Third Level Content</a:t>
            </a:r>
            <a:endParaRPr lang="zh-CN" altLang="en-US" dirty="0"/>
          </a:p>
          <a:p>
            <a:pPr lvl="3"/>
            <a:r>
              <a:rPr lang="en-US" altLang="zh-CN" dirty="0"/>
              <a:t>Fourth Level Content</a:t>
            </a:r>
            <a:endParaRPr lang="zh-CN" altLang="en-US" dirty="0"/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992000" y="6567248"/>
            <a:ext cx="624000" cy="240000"/>
          </a:xfrm>
        </p:spPr>
        <p:txBody>
          <a:bodyPr/>
          <a:lstStyle>
            <a:lvl1pPr>
              <a:defRPr sz="1065">
                <a:solidFill>
                  <a:srgbClr val="000000"/>
                </a:solidFill>
              </a:defRPr>
            </a:lvl1pPr>
          </a:lstStyle>
          <a:p>
            <a:fld id="{3B63A6FC-30F0-4B7F-B5AC-3C6050E3423E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741937"/>
            <a:ext cx="121920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 userDrawn="1"/>
        </p:nvSpPr>
        <p:spPr>
          <a:xfrm>
            <a:off x="0" y="0"/>
            <a:ext cx="12192000" cy="755218"/>
          </a:xfrm>
          <a:prstGeom prst="rect">
            <a:avLst/>
          </a:prstGeom>
          <a:solidFill>
            <a:srgbClr val="023C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Helvetica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5"/>
          <a:srcRect l="1108" t="1541" r="1564" b="4076"/>
          <a:stretch>
            <a:fillRect/>
          </a:stretch>
        </p:blipFill>
        <p:spPr>
          <a:xfrm>
            <a:off x="11003390" y="52810"/>
            <a:ext cx="947071" cy="623953"/>
          </a:xfrm>
          <a:prstGeom prst="roundRect">
            <a:avLst>
              <a:gd name="adj" fmla="val 20483"/>
            </a:avLst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微信图片_20181116151113.png" descr="微信图片_20181116151113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4908" y="303745"/>
            <a:ext cx="824132" cy="412464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"/>
          <p:cNvSpPr>
            <a:spLocks noGrp="1"/>
          </p:cNvSpPr>
          <p:nvPr>
            <p:ph type="title" hasCustomPrompt="1"/>
          </p:nvPr>
        </p:nvSpPr>
        <p:spPr>
          <a:xfrm>
            <a:off x="575999" y="600000"/>
            <a:ext cx="11040000" cy="143999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>
            <a:lvl1pPr>
              <a:defRPr>
                <a:latin typeface="微软雅黑" panose="020B0503020204020204" charset="-122"/>
              </a:defRPr>
            </a:lvl1pPr>
          </a:lstStyle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lang="en-US" altLang="zh-CN" sz="2400" b="1" i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TO EDIT MASTER TITLE STYLE</a:t>
            </a:r>
            <a:endParaRPr lang="zh-CN" altLang="en-US" sz="2400" b="1" i="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直线"/>
          <p:cNvSpPr/>
          <p:nvPr/>
        </p:nvSpPr>
        <p:spPr>
          <a:xfrm>
            <a:off x="575999" y="1124744"/>
            <a:ext cx="11040000" cy="0"/>
          </a:xfrm>
          <a:prstGeom prst="line">
            <a:avLst/>
          </a:prstGeom>
          <a:noFill/>
          <a:ln w="38100" cap="flat" cmpd="sng">
            <a:solidFill>
              <a:srgbClr val="0D42A5"/>
            </a:solidFill>
            <a:prstDash val="solid"/>
            <a:round/>
          </a:ln>
        </p:spPr>
      </p:sp>
      <p:sp>
        <p:nvSpPr>
          <p:cNvPr id="25" name="文本框"/>
          <p:cNvSpPr>
            <a:spLocks noGrp="1"/>
          </p:cNvSpPr>
          <p:nvPr>
            <p:ph type="body" idx="1" hasCustomPrompt="1"/>
          </p:nvPr>
        </p:nvSpPr>
        <p:spPr>
          <a:xfrm>
            <a:off x="575999" y="2232000"/>
            <a:ext cx="11040000" cy="63360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/>
          <a:p>
            <a:r>
              <a:rPr lang="en-US" altLang="zh-CN" sz="1600">
                <a:solidFill>
                  <a:srgbClr val="002060"/>
                </a:solidFill>
              </a:rPr>
              <a:t>Header and First Level Content</a:t>
            </a:r>
            <a:endParaRPr lang="en-US" altLang="zh-CN" sz="1600">
              <a:solidFill>
                <a:srgbClr val="002060"/>
              </a:solidFill>
            </a:endParaRPr>
          </a:p>
          <a:p>
            <a:pPr lvl="1"/>
            <a:r>
              <a:rPr lang="en-US" altLang="zh-CN" sz="1600">
                <a:solidFill>
                  <a:srgbClr val="002060"/>
                </a:solidFill>
              </a:rPr>
              <a:t>Second Level Content</a:t>
            </a:r>
            <a:endParaRPr lang="en-US" altLang="zh-CN" sz="1600">
              <a:solidFill>
                <a:srgbClr val="002060"/>
              </a:solidFill>
            </a:endParaRPr>
          </a:p>
          <a:p>
            <a:pPr lvl="2"/>
            <a:r>
              <a:rPr lang="en-US" altLang="zh-CN" sz="1600">
                <a:solidFill>
                  <a:srgbClr val="002060"/>
                </a:solidFill>
              </a:rPr>
              <a:t>Third Level Content</a:t>
            </a:r>
            <a:endParaRPr lang="en-US" altLang="zh-CN" sz="1600">
              <a:solidFill>
                <a:srgbClr val="002060"/>
              </a:solidFill>
            </a:endParaRPr>
          </a:p>
          <a:p>
            <a:pPr lvl="3"/>
            <a:r>
              <a:rPr lang="en-US" altLang="zh-CN" sz="1400">
                <a:solidFill>
                  <a:srgbClr val="002060"/>
                </a:solidFill>
              </a:rPr>
              <a:t>Fourth Level Content</a:t>
            </a:r>
            <a:endParaRPr lang="en-US" altLang="zh-CN" sz="1400">
              <a:solidFill>
                <a:srgbClr val="002060"/>
              </a:solidFill>
            </a:endParaRPr>
          </a:p>
          <a:p>
            <a:pPr lvl="4"/>
            <a:r>
              <a:rPr lang="en-US" altLang="zh-CN" sz="1400">
                <a:solidFill>
                  <a:srgbClr val="002060"/>
                </a:solidFill>
              </a:rPr>
              <a:t>Fifth Level Content</a:t>
            </a:r>
            <a:endParaRPr lang="zh-CN" altLang="en-US" sz="1400">
              <a:solidFill>
                <a:srgbClr val="002060"/>
              </a:solidFill>
            </a:endParaRPr>
          </a:p>
        </p:txBody>
      </p:sp>
      <p:sp>
        <p:nvSpPr>
          <p:cNvPr id="26" name="文本框"/>
          <p:cNvSpPr>
            <a:spLocks noGrp="1"/>
          </p:cNvSpPr>
          <p:nvPr>
            <p:ph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>
            <a:lvl1pPr>
              <a:defRPr>
                <a:ea typeface="微软雅黑" panose="020B0503020204020204" charset="-122"/>
              </a:defRPr>
            </a:lvl1pPr>
          </a:lstStyle>
          <a:p>
            <a:pPr algn="r"/>
            <a:fld id="{CAD2D6BD-DE1B-4B5F-8B41-2702339687B9}" type="slidenum">
              <a:rPr lang="en-US" altLang="zh-CN" sz="800" smtClean="0">
                <a:solidFill>
                  <a:srgbClr val="000000"/>
                </a:solidFill>
                <a:latin typeface="Calibri" panose="020F0502020204030204" charset="0"/>
                <a:cs typeface="Calibri" panose="020F0502020204030204" charset="0"/>
              </a:rPr>
            </a:fld>
            <a:endParaRPr lang="zh-CN" altLang="en-US" sz="800" dirty="0">
              <a:solidFill>
                <a:srgbClr val="0000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8" name="矩形"/>
          <p:cNvSpPr/>
          <p:nvPr/>
        </p:nvSpPr>
        <p:spPr>
          <a:xfrm>
            <a:off x="575999" y="6350553"/>
            <a:ext cx="1045845" cy="30607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0" tIns="60960" rIns="121920" bIns="60960" anchor="t" anchorCtr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kern="1200" cap="none" spc="0" baseline="0" dirty="0">
                <a:solidFill>
                  <a:schemeClr val="accent1"/>
                </a:solidFill>
                <a:latin typeface="Calibri" panose="020F0502020204030204" charset="0"/>
                <a:ea typeface="微软雅黑" panose="020B0503020204020204" charset="-122"/>
                <a:cs typeface="Whitney-Semibold" charset="0"/>
              </a:rPr>
              <a:t>OPPLE.COM</a:t>
            </a:r>
            <a:endParaRPr lang="zh-CN" altLang="en-US" sz="1200" b="1" i="0" u="none" strike="noStrike" kern="1200" cap="none" spc="0" baseline="0" dirty="0">
              <a:solidFill>
                <a:schemeClr val="accent1"/>
              </a:solidFill>
              <a:latin typeface="Calibri" panose="020F0502020204030204" charset="0"/>
              <a:ea typeface="微软雅黑" panose="020B0503020204020204" charset="-122"/>
              <a:cs typeface="Whitney-Semibold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603250" y="539750"/>
            <a:ext cx="10985500" cy="717475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80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63220">
              <a:lnSpc>
                <a:spcPct val="100000"/>
              </a:lnSpc>
              <a:spcBef>
                <a:spcPts val="0"/>
              </a:spcBef>
              <a:buSzTx/>
              <a:buNone/>
              <a:defRPr sz="2420" b="1"/>
            </a:lvl1pPr>
          </a:lstStyle>
          <a:p>
            <a:r>
              <a:t>幻灯片副标题</a:t>
            </a:r>
          </a:p>
        </p:txBody>
      </p:sp>
      <p:sp>
        <p:nvSpPr>
          <p:cNvPr id="8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6596892"/>
            <a:ext cx="12192000" cy="261108"/>
          </a:xfrm>
          <a:prstGeom prst="rect">
            <a:avLst/>
          </a:prstGeom>
          <a:gradFill>
            <a:gsLst>
              <a:gs pos="22000">
                <a:srgbClr val="10459B">
                  <a:alpha val="22000"/>
                </a:srgbClr>
              </a:gs>
              <a:gs pos="100000">
                <a:srgbClr val="10459B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10459B"/>
              </a:clrFrom>
              <a:clrTo>
                <a:srgbClr val="10459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78908" y="6624215"/>
            <a:ext cx="628212" cy="206462"/>
          </a:xfrm>
          <a:prstGeom prst="rect">
            <a:avLst/>
          </a:prstGeom>
        </p:spPr>
      </p:pic>
      <p:sp>
        <p:nvSpPr>
          <p:cNvPr id="2" name="AutoShape 2"/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5" y="6629594"/>
            <a:ext cx="201083" cy="20108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27" y="6593531"/>
            <a:ext cx="908723" cy="26925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B1F85-DAAB-4219-9331-69DBD3807A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FC784-DD60-4851-8814-02939ACAD41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3.svg"/><Relationship Id="rId6" Type="http://schemas.openxmlformats.org/officeDocument/2006/relationships/image" Target="../media/image12.png"/><Relationship Id="rId5" Type="http://schemas.microsoft.com/office/2007/relationships/hdphoto" Target="../media/image11.wdp"/><Relationship Id="rId4" Type="http://schemas.openxmlformats.org/officeDocument/2006/relationships/image" Target="../media/image10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14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9.svg"/><Relationship Id="rId7" Type="http://schemas.openxmlformats.org/officeDocument/2006/relationships/image" Target="../media/image15.png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hyperlink" Target="https://www.miit.gov.cn/zwgk/zcwj/wjfb/tz/art/2024/art_318f5dc6c645450e99d7eeddb770db01.html" TargetMode="External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tags" Target="../tags/tag12.xml"/><Relationship Id="rId1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5.jpeg"/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6.svg"/><Relationship Id="rId7" Type="http://schemas.openxmlformats.org/officeDocument/2006/relationships/image" Target="../media/image15.png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3.svg"/><Relationship Id="rId6" Type="http://schemas.openxmlformats.org/officeDocument/2006/relationships/image" Target="../media/image1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microsoft.com/office/2007/relationships/hdphoto" Target="../media/image29.wdp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3.svg"/><Relationship Id="rId3" Type="http://schemas.openxmlformats.org/officeDocument/2006/relationships/image" Target="../media/image15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2" Type="http://schemas.openxmlformats.org/officeDocument/2006/relationships/notesSlide" Target="../notesSlides/notesSlide10.xml"/><Relationship Id="rId31" Type="http://schemas.openxmlformats.org/officeDocument/2006/relationships/slideLayout" Target="../slideLayouts/slideLayout12.xml"/><Relationship Id="rId30" Type="http://schemas.openxmlformats.org/officeDocument/2006/relationships/image" Target="../media/image13.svg"/><Relationship Id="rId3" Type="http://schemas.openxmlformats.org/officeDocument/2006/relationships/image" Target="../media/image36.png"/><Relationship Id="rId29" Type="http://schemas.openxmlformats.org/officeDocument/2006/relationships/image" Target="../media/image15.png"/><Relationship Id="rId28" Type="http://schemas.microsoft.com/office/2007/relationships/hdphoto" Target="../media/image59.wdp"/><Relationship Id="rId27" Type="http://schemas.openxmlformats.org/officeDocument/2006/relationships/image" Target="../media/image58.png"/><Relationship Id="rId26" Type="http://schemas.microsoft.com/office/2007/relationships/hdphoto" Target="../media/image57.wdp"/><Relationship Id="rId25" Type="http://schemas.openxmlformats.org/officeDocument/2006/relationships/image" Target="../media/image56.png"/><Relationship Id="rId24" Type="http://schemas.openxmlformats.org/officeDocument/2006/relationships/image" Target="../media/image55.png"/><Relationship Id="rId23" Type="http://schemas.microsoft.com/office/2007/relationships/hdphoto" Target="../media/image54.wdp"/><Relationship Id="rId22" Type="http://schemas.openxmlformats.org/officeDocument/2006/relationships/image" Target="../media/image53.png"/><Relationship Id="rId21" Type="http://schemas.microsoft.com/office/2007/relationships/hdphoto" Target="../media/image52.wdp"/><Relationship Id="rId20" Type="http://schemas.openxmlformats.org/officeDocument/2006/relationships/image" Target="../media/image51.png"/><Relationship Id="rId2" Type="http://schemas.openxmlformats.org/officeDocument/2006/relationships/image" Target="../media/image35.png"/><Relationship Id="rId19" Type="http://schemas.openxmlformats.org/officeDocument/2006/relationships/tags" Target="../tags/tag19.xml"/><Relationship Id="rId18" Type="http://schemas.microsoft.com/office/2007/relationships/hdphoto" Target="../media/image50.wdp"/><Relationship Id="rId17" Type="http://schemas.openxmlformats.org/officeDocument/2006/relationships/image" Target="../media/image49.png"/><Relationship Id="rId16" Type="http://schemas.openxmlformats.org/officeDocument/2006/relationships/tags" Target="../tags/tag18.xml"/><Relationship Id="rId15" Type="http://schemas.openxmlformats.org/officeDocument/2006/relationships/image" Target="../media/image48.png"/><Relationship Id="rId14" Type="http://schemas.openxmlformats.org/officeDocument/2006/relationships/image" Target="../media/image47.png"/><Relationship Id="rId13" Type="http://schemas.openxmlformats.org/officeDocument/2006/relationships/image" Target="../media/image46.png"/><Relationship Id="rId12" Type="http://schemas.openxmlformats.org/officeDocument/2006/relationships/image" Target="../media/image45.png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1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3.svg"/><Relationship Id="rId3" Type="http://schemas.openxmlformats.org/officeDocument/2006/relationships/image" Target="../media/image15.png"/><Relationship Id="rId2" Type="http://schemas.openxmlformats.org/officeDocument/2006/relationships/tags" Target="../tags/tag20.xml"/><Relationship Id="rId1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.svg"/><Relationship Id="rId2" Type="http://schemas.openxmlformats.org/officeDocument/2006/relationships/image" Target="../media/image15.png"/><Relationship Id="rId1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.svg"/><Relationship Id="rId2" Type="http://schemas.openxmlformats.org/officeDocument/2006/relationships/image" Target="../media/image15.png"/><Relationship Id="rId1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png"/><Relationship Id="rId8" Type="http://schemas.openxmlformats.org/officeDocument/2006/relationships/image" Target="../media/image70.svg"/><Relationship Id="rId7" Type="http://schemas.openxmlformats.org/officeDocument/2006/relationships/image" Target="../media/image69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3.svg"/><Relationship Id="rId11" Type="http://schemas.openxmlformats.org/officeDocument/2006/relationships/image" Target="../media/image15.png"/><Relationship Id="rId10" Type="http://schemas.microsoft.com/office/2007/relationships/hdphoto" Target="../media/image72.wdp"/><Relationship Id="rId1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5.png"/><Relationship Id="rId4" Type="http://schemas.openxmlformats.org/officeDocument/2006/relationships/image" Target="../media/image76.svg"/><Relationship Id="rId3" Type="http://schemas.openxmlformats.org/officeDocument/2006/relationships/image" Target="../media/image75.png"/><Relationship Id="rId2" Type="http://schemas.openxmlformats.org/officeDocument/2006/relationships/image" Target="../media/image74.svg"/><Relationship Id="rId1" Type="http://schemas.openxmlformats.org/officeDocument/2006/relationships/image" Target="../media/image73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3.svg"/><Relationship Id="rId7" Type="http://schemas.openxmlformats.org/officeDocument/2006/relationships/image" Target="../media/image15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78.svg"/><Relationship Id="rId3" Type="http://schemas.openxmlformats.org/officeDocument/2006/relationships/image" Target="../media/image77.png"/><Relationship Id="rId2" Type="http://schemas.openxmlformats.org/officeDocument/2006/relationships/image" Target="../media/image66.svg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65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svg"/><Relationship Id="rId8" Type="http://schemas.openxmlformats.org/officeDocument/2006/relationships/image" Target="../media/image15.png"/><Relationship Id="rId7" Type="http://schemas.openxmlformats.org/officeDocument/2006/relationships/image" Target="../media/image84.png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2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png"/><Relationship Id="rId8" Type="http://schemas.openxmlformats.org/officeDocument/2006/relationships/tags" Target="../tags/tag24.xml"/><Relationship Id="rId7" Type="http://schemas.openxmlformats.org/officeDocument/2006/relationships/image" Target="../media/image89.png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tags" Target="../tags/tag23.xml"/><Relationship Id="rId17" Type="http://schemas.openxmlformats.org/officeDocument/2006/relationships/notesSlide" Target="../notesSlides/notesSlide18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3.svg"/><Relationship Id="rId14" Type="http://schemas.openxmlformats.org/officeDocument/2006/relationships/image" Target="../media/image15.png"/><Relationship Id="rId13" Type="http://schemas.openxmlformats.org/officeDocument/2006/relationships/image" Target="../media/image92.png"/><Relationship Id="rId12" Type="http://schemas.openxmlformats.org/officeDocument/2006/relationships/tags" Target="../tags/tag26.xml"/><Relationship Id="rId11" Type="http://schemas.openxmlformats.org/officeDocument/2006/relationships/image" Target="../media/image91.png"/><Relationship Id="rId10" Type="http://schemas.openxmlformats.org/officeDocument/2006/relationships/tags" Target="../tags/tag25.xml"/><Relationship Id="rId1" Type="http://schemas.openxmlformats.org/officeDocument/2006/relationships/tags" Target="../tags/tag22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13.svg"/><Relationship Id="rId6" Type="http://schemas.openxmlformats.org/officeDocument/2006/relationships/image" Target="../media/image15.png"/><Relationship Id="rId5" Type="http://schemas.openxmlformats.org/officeDocument/2006/relationships/image" Target="../media/image95.png"/><Relationship Id="rId4" Type="http://schemas.openxmlformats.org/officeDocument/2006/relationships/tags" Target="../tags/tag28.xml"/><Relationship Id="rId3" Type="http://schemas.openxmlformats.org/officeDocument/2006/relationships/image" Target="../media/image94.png"/><Relationship Id="rId2" Type="http://schemas.openxmlformats.org/officeDocument/2006/relationships/tags" Target="../tags/tag27.xml"/><Relationship Id="rId1" Type="http://schemas.openxmlformats.org/officeDocument/2006/relationships/image" Target="../media/image93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21.xml"/><Relationship Id="rId6" Type="http://schemas.openxmlformats.org/officeDocument/2006/relationships/tags" Target="../tags/tag29.xml"/><Relationship Id="rId5" Type="http://schemas.openxmlformats.org/officeDocument/2006/relationships/image" Target="../media/image13.svg"/><Relationship Id="rId4" Type="http://schemas.openxmlformats.org/officeDocument/2006/relationships/image" Target="../media/image15.png"/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slides/_rels/slide23.xml.rels><?xml version="1.0" encoding="UTF-8" standalone="yes"?>
<Relationships xmlns="http://schemas.openxmlformats.org/package/2006/relationships"><Relationship Id="rId9" Type="http://schemas.microsoft.com/office/2007/relationships/hdphoto" Target="../media/image107.wdp"/><Relationship Id="rId8" Type="http://schemas.openxmlformats.org/officeDocument/2006/relationships/image" Target="../media/image106.png"/><Relationship Id="rId7" Type="http://schemas.openxmlformats.org/officeDocument/2006/relationships/image" Target="../media/image105.png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7" Type="http://schemas.openxmlformats.org/officeDocument/2006/relationships/notesSlide" Target="../notesSlides/notesSlide21.xml"/><Relationship Id="rId16" Type="http://schemas.openxmlformats.org/officeDocument/2006/relationships/slideLayout" Target="../slideLayouts/slideLayout13.xml"/><Relationship Id="rId15" Type="http://schemas.openxmlformats.org/officeDocument/2006/relationships/image" Target="../media/image13.svg"/><Relationship Id="rId14" Type="http://schemas.openxmlformats.org/officeDocument/2006/relationships/image" Target="../media/image15.png"/><Relationship Id="rId13" Type="http://schemas.openxmlformats.org/officeDocument/2006/relationships/image" Target="../media/image111.png"/><Relationship Id="rId12" Type="http://schemas.openxmlformats.org/officeDocument/2006/relationships/image" Target="../media/image110.png"/><Relationship Id="rId11" Type="http://schemas.openxmlformats.org/officeDocument/2006/relationships/image" Target="../media/image109.png"/><Relationship Id="rId10" Type="http://schemas.openxmlformats.org/officeDocument/2006/relationships/image" Target="../media/image108.png"/><Relationship Id="rId1" Type="http://schemas.openxmlformats.org/officeDocument/2006/relationships/image" Target="../media/image99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2.svg"/><Relationship Id="rId7" Type="http://schemas.openxmlformats.org/officeDocument/2006/relationships/image" Target="../media/image15.png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0" Type="http://schemas.openxmlformats.org/officeDocument/2006/relationships/notesSlide" Target="../notesSlides/notesSlide22.xml"/><Relationship Id="rId1" Type="http://schemas.openxmlformats.org/officeDocument/2006/relationships/image" Target="../media/image14.jpe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13.png"/><Relationship Id="rId2" Type="http://schemas.openxmlformats.org/officeDocument/2006/relationships/image" Target="../media/image13.svg"/><Relationship Id="rId1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Relationship Id="rId3" Type="http://schemas.openxmlformats.org/officeDocument/2006/relationships/image" Target="../media/image115.png"/><Relationship Id="rId2" Type="http://schemas.openxmlformats.org/officeDocument/2006/relationships/image" Target="../media/image114.svg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3.svg"/><Relationship Id="rId4" Type="http://schemas.openxmlformats.org/officeDocument/2006/relationships/image" Target="../media/image15.png"/><Relationship Id="rId3" Type="http://schemas.openxmlformats.org/officeDocument/2006/relationships/image" Target="../media/image121.jpeg"/><Relationship Id="rId2" Type="http://schemas.openxmlformats.org/officeDocument/2006/relationships/image" Target="../media/image120.jpeg"/><Relationship Id="rId1" Type="http://schemas.openxmlformats.org/officeDocument/2006/relationships/image" Target="../media/image119.jpe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3.svg"/><Relationship Id="rId4" Type="http://schemas.openxmlformats.org/officeDocument/2006/relationships/image" Target="../media/image15.png"/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image" Target="../media/image122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5.png"/><Relationship Id="rId4" Type="http://schemas.openxmlformats.org/officeDocument/2006/relationships/image" Target="../media/image128.png"/><Relationship Id="rId3" Type="http://schemas.microsoft.com/office/2007/relationships/hdphoto" Target="../media/image127.wdp"/><Relationship Id="rId2" Type="http://schemas.openxmlformats.org/officeDocument/2006/relationships/image" Target="../media/image126.png"/><Relationship Id="rId1" Type="http://schemas.openxmlformats.org/officeDocument/2006/relationships/image" Target="../media/image125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3.svg"/><Relationship Id="rId6" Type="http://schemas.openxmlformats.org/officeDocument/2006/relationships/image" Target="../media/image15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Relationship Id="rId3" Type="http://schemas.microsoft.com/office/2007/relationships/hdphoto" Target="../media/image131.wdp"/><Relationship Id="rId2" Type="http://schemas.openxmlformats.org/officeDocument/2006/relationships/image" Target="../media/image130.png"/><Relationship Id="rId1" Type="http://schemas.openxmlformats.org/officeDocument/2006/relationships/image" Target="../media/image129.jpe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4.svg"/><Relationship Id="rId7" Type="http://schemas.openxmlformats.org/officeDocument/2006/relationships/image" Target="../media/image15.png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0" Type="http://schemas.openxmlformats.org/officeDocument/2006/relationships/notesSlide" Target="../notesSlides/notesSlide29.xml"/><Relationship Id="rId1" Type="http://schemas.openxmlformats.org/officeDocument/2006/relationships/image" Target="../media/image14.jpe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image" Target="../media/image140.png"/><Relationship Id="rId6" Type="http://schemas.microsoft.com/office/2007/relationships/hdphoto" Target="../media/image139.wdp"/><Relationship Id="rId5" Type="http://schemas.openxmlformats.org/officeDocument/2006/relationships/image" Target="../media/image138.png"/><Relationship Id="rId4" Type="http://schemas.microsoft.com/office/2007/relationships/hdphoto" Target="../media/image137.wdp"/><Relationship Id="rId3" Type="http://schemas.openxmlformats.org/officeDocument/2006/relationships/image" Target="../media/image136.png"/><Relationship Id="rId2" Type="http://schemas.microsoft.com/office/2007/relationships/hdphoto" Target="../media/image135.wdp"/><Relationship Id="rId14" Type="http://schemas.openxmlformats.org/officeDocument/2006/relationships/notesSlide" Target="../notesSlides/notesSlide30.xml"/><Relationship Id="rId13" Type="http://schemas.openxmlformats.org/officeDocument/2006/relationships/slideLayout" Target="../slideLayouts/slideLayout13.xml"/><Relationship Id="rId12" Type="http://schemas.openxmlformats.org/officeDocument/2006/relationships/image" Target="../media/image13.svg"/><Relationship Id="rId11" Type="http://schemas.openxmlformats.org/officeDocument/2006/relationships/image" Target="../media/image15.png"/><Relationship Id="rId10" Type="http://schemas.openxmlformats.org/officeDocument/2006/relationships/tags" Target="../tags/tag42.xml"/><Relationship Id="rId1" Type="http://schemas.openxmlformats.org/officeDocument/2006/relationships/image" Target="../media/image134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41.png"/><Relationship Id="rId2" Type="http://schemas.openxmlformats.org/officeDocument/2006/relationships/image" Target="../media/image13.svg"/><Relationship Id="rId1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42.png"/><Relationship Id="rId2" Type="http://schemas.openxmlformats.org/officeDocument/2006/relationships/image" Target="../media/image114.svg"/><Relationship Id="rId1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43.png"/><Relationship Id="rId2" Type="http://schemas.openxmlformats.org/officeDocument/2006/relationships/image" Target="../media/image112.svg"/><Relationship Id="rId1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6.png"/><Relationship Id="rId3" Type="http://schemas.openxmlformats.org/officeDocument/2006/relationships/image" Target="../media/image145.png"/><Relationship Id="rId2" Type="http://schemas.openxmlformats.org/officeDocument/2006/relationships/tags" Target="../tags/tag43.xml"/><Relationship Id="rId1" Type="http://schemas.openxmlformats.org/officeDocument/2006/relationships/image" Target="../media/image14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7" r="15032"/>
          <a:stretch>
            <a:fillRect/>
          </a:stretch>
        </p:blipFill>
        <p:spPr>
          <a:xfrm>
            <a:off x="11861" y="0"/>
            <a:ext cx="12168278" cy="68580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-2" y="0"/>
            <a:ext cx="12180141" cy="6858000"/>
          </a:xfrm>
          <a:prstGeom prst="rect">
            <a:avLst/>
          </a:prstGeom>
          <a:solidFill>
            <a:schemeClr val="tx1">
              <a:lumMod val="50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e7d195523061f1c0"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e7d195523061f1c074694c8bbf98be7b1e4b015d796375963FD28840057458461C7CA0DAD340D15583DEDFC2E3241C4F392EF3A8B4D067B40CF4F149DD7E51F346B0CAB1BCCF6DB2480C67273C6C9E4CE0F3004E5C3397E9DBB399E827F1A1B4315D31B4A1FB924AA6F0CE797FFD0048F7FA626F7785968C67936054B24ADCC2455D90D09048EC83</a:t>
            </a:r>
            <a:endParaRPr lang="zh-CN" altLang="en-US" sz="100"/>
          </a:p>
        </p:txBody>
      </p:sp>
      <p:sp>
        <p:nvSpPr>
          <p:cNvPr id="24" name="矩形 23"/>
          <p:cNvSpPr/>
          <p:nvPr/>
        </p:nvSpPr>
        <p:spPr>
          <a:xfrm>
            <a:off x="2641825" y="2709622"/>
            <a:ext cx="6908350" cy="769441"/>
          </a:xfrm>
          <a:prstGeom prst="rect">
            <a:avLst/>
          </a:prstGeom>
          <a:noFill/>
          <a:effectLst>
            <a:glow rad="101600">
              <a:schemeClr val="accent3">
                <a:satMod val="175000"/>
                <a:alpha val="40000"/>
              </a:schemeClr>
            </a:glow>
            <a:reflection blurRad="6350" stA="50000" endA="300" endPos="55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ln>
                  <a:solidFill>
                    <a:schemeClr val="bg1"/>
                  </a:solidFill>
                </a:ln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欧莱雅</a:t>
            </a:r>
            <a:r>
              <a:rPr lang="zh-CN" altLang="en-US" sz="4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绿色智能解决方案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13" name="TextBox 10"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/>
          <p:cNvSpPr txBox="1"/>
          <p:nvPr/>
        </p:nvSpPr>
        <p:spPr>
          <a:xfrm>
            <a:off x="-11863" y="6537748"/>
            <a:ext cx="8822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打造全球化领先照明品牌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14" name="L 形 13"/>
          <p:cNvSpPr/>
          <p:nvPr/>
        </p:nvSpPr>
        <p:spPr>
          <a:xfrm rot="10800000">
            <a:off x="9109054" y="2528602"/>
            <a:ext cx="751840" cy="362039"/>
          </a:xfrm>
          <a:prstGeom prst="corner">
            <a:avLst>
              <a:gd name="adj1" fmla="val 12704"/>
              <a:gd name="adj2" fmla="val 131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L 形 24"/>
          <p:cNvSpPr/>
          <p:nvPr/>
        </p:nvSpPr>
        <p:spPr>
          <a:xfrm>
            <a:off x="2254044" y="3428998"/>
            <a:ext cx="751840" cy="362039"/>
          </a:xfrm>
          <a:prstGeom prst="corner">
            <a:avLst>
              <a:gd name="adj1" fmla="val 12704"/>
              <a:gd name="adj2" fmla="val 1311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1528" y="133349"/>
            <a:ext cx="1194396" cy="26276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5863" y="-3"/>
            <a:ext cx="2152650" cy="5715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12" name="图形 11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16" name="图形 15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18" name="图形 17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19" name="图形 18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4" r="16924"/>
          <a:stretch>
            <a:fillRect/>
          </a:stretch>
        </p:blipFill>
        <p:spPr>
          <a:xfrm>
            <a:off x="-2" y="0"/>
            <a:ext cx="12180141" cy="685800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-2" y="0"/>
            <a:ext cx="12180141" cy="6858000"/>
          </a:xfrm>
          <a:prstGeom prst="rect">
            <a:avLst/>
          </a:prstGeom>
          <a:solidFill>
            <a:schemeClr val="tx1">
              <a:lumMod val="50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任意多边形: 形状 53"/>
          <p:cNvSpPr/>
          <p:nvPr/>
        </p:nvSpPr>
        <p:spPr>
          <a:xfrm>
            <a:off x="-159799" y="-90997"/>
            <a:ext cx="4069718" cy="7039993"/>
          </a:xfrm>
          <a:custGeom>
            <a:avLst/>
            <a:gdLst>
              <a:gd name="connsiteX0" fmla="*/ 0 w 3954308"/>
              <a:gd name="connsiteY0" fmla="*/ 0 h 6858000"/>
              <a:gd name="connsiteX1" fmla="*/ 1939009 w 3954308"/>
              <a:gd name="connsiteY1" fmla="*/ 0 h 6858000"/>
              <a:gd name="connsiteX2" fmla="*/ 2222788 w 3954308"/>
              <a:gd name="connsiteY2" fmla="*/ 172400 h 6858000"/>
              <a:gd name="connsiteX3" fmla="*/ 3954308 w 3954308"/>
              <a:gd name="connsiteY3" fmla="*/ 3429000 h 6858000"/>
              <a:gd name="connsiteX4" fmla="*/ 2222788 w 3954308"/>
              <a:gd name="connsiteY4" fmla="*/ 6685601 h 6858000"/>
              <a:gd name="connsiteX5" fmla="*/ 1939010 w 3954308"/>
              <a:gd name="connsiteY5" fmla="*/ 6858000 h 6858000"/>
              <a:gd name="connsiteX6" fmla="*/ 0 w 395430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54308" h="6858000">
                <a:moveTo>
                  <a:pt x="0" y="0"/>
                </a:moveTo>
                <a:lnTo>
                  <a:pt x="1939009" y="0"/>
                </a:lnTo>
                <a:lnTo>
                  <a:pt x="2222788" y="172400"/>
                </a:lnTo>
                <a:cubicBezTo>
                  <a:pt x="3267463" y="878168"/>
                  <a:pt x="3954308" y="2073373"/>
                  <a:pt x="3954308" y="3429000"/>
                </a:cubicBezTo>
                <a:cubicBezTo>
                  <a:pt x="3954308" y="4784627"/>
                  <a:pt x="3267463" y="5979832"/>
                  <a:pt x="2222788" y="6685601"/>
                </a:cubicBezTo>
                <a:lnTo>
                  <a:pt x="1939010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e7d195523061f1c0"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e7d195523061f1c074694c8bbf98be7b1e4b015d796375963FD28840057458461C7CA0DAD340D15583DEDFC2E3241C4F392EF3A8B4D067B40CF4F149DD7E51F346B0CAB1BCCF6DB2480C67273C6C9E4CE0F3004E5C3397E9DBB399E827F1A1B4315D31B4A1FB924AA6F0CE797FFD0048F7FA626F7785968C67936054B24ADCC2455D90D09048EC83</a:t>
            </a:r>
            <a:endParaRPr lang="zh-CN" altLang="en-US" sz="100"/>
          </a:p>
        </p:txBody>
      </p:sp>
      <p:sp>
        <p:nvSpPr>
          <p:cNvPr id="56" name="文本框 55"/>
          <p:cNvSpPr txBox="1"/>
          <p:nvPr>
            <p:custDataLst>
              <p:tags r:id="rId2"/>
            </p:custDataLst>
          </p:nvPr>
        </p:nvSpPr>
        <p:spPr>
          <a:xfrm>
            <a:off x="6637639" y="1781246"/>
            <a:ext cx="1707555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行业动态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3"/>
            </p:custDataLst>
          </p:nvPr>
        </p:nvSpPr>
        <p:spPr>
          <a:xfrm>
            <a:off x="6637639" y="478885"/>
            <a:ext cx="1707555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集团介绍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4"/>
            </p:custDataLst>
          </p:nvPr>
        </p:nvSpPr>
        <p:spPr>
          <a:xfrm>
            <a:off x="6637639" y="4370278"/>
            <a:ext cx="224810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项目案例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5"/>
            </p:custDataLst>
          </p:nvPr>
        </p:nvSpPr>
        <p:spPr>
          <a:xfrm>
            <a:off x="6637639" y="3075762"/>
            <a:ext cx="235986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产品解决方案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6"/>
            </p:custDataLst>
          </p:nvPr>
        </p:nvSpPr>
        <p:spPr>
          <a:xfrm>
            <a:off x="6637655" y="5688330"/>
            <a:ext cx="2659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欧莱雅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UP4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方案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2443993" y="418996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3266160" y="1589003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3475811" y="2914426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3331400" y="4183053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2683331" y="5471439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: 形状 40"/>
          <p:cNvSpPr/>
          <p:nvPr/>
        </p:nvSpPr>
        <p:spPr>
          <a:xfrm>
            <a:off x="0" y="1200443"/>
            <a:ext cx="2243868" cy="4457114"/>
          </a:xfrm>
          <a:custGeom>
            <a:avLst/>
            <a:gdLst>
              <a:gd name="connsiteX0" fmla="*/ 23497 w 3443531"/>
              <a:gd name="connsiteY0" fmla="*/ 0 h 6840068"/>
              <a:gd name="connsiteX1" fmla="*/ 3443531 w 3443531"/>
              <a:gd name="connsiteY1" fmla="*/ 3420034 h 6840068"/>
              <a:gd name="connsiteX2" fmla="*/ 23497 w 3443531"/>
              <a:gd name="connsiteY2" fmla="*/ 6840068 h 6840068"/>
              <a:gd name="connsiteX3" fmla="*/ 0 w 3443531"/>
              <a:gd name="connsiteY3" fmla="*/ 6839474 h 6840068"/>
              <a:gd name="connsiteX4" fmla="*/ 0 w 3443531"/>
              <a:gd name="connsiteY4" fmla="*/ 594 h 6840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531" h="6840068">
                <a:moveTo>
                  <a:pt x="23497" y="0"/>
                </a:moveTo>
                <a:cubicBezTo>
                  <a:pt x="1912330" y="0"/>
                  <a:pt x="3443531" y="1531201"/>
                  <a:pt x="3443531" y="3420034"/>
                </a:cubicBezTo>
                <a:cubicBezTo>
                  <a:pt x="3443531" y="5308867"/>
                  <a:pt x="1912330" y="6840068"/>
                  <a:pt x="23497" y="6840068"/>
                </a:cubicBezTo>
                <a:lnTo>
                  <a:pt x="0" y="6839474"/>
                </a:lnTo>
                <a:lnTo>
                  <a:pt x="0" y="594"/>
                </a:lnTo>
                <a:close/>
              </a:path>
            </a:pathLst>
          </a:custGeom>
          <a:solidFill>
            <a:srgbClr val="69AFD8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/>
          <p:cNvSpPr/>
          <p:nvPr/>
        </p:nvSpPr>
        <p:spPr>
          <a:xfrm rot="16200000">
            <a:off x="-351244" y="2626039"/>
            <a:ext cx="2400657" cy="1347189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just"/>
            <a:r>
              <a:rPr lang="zh-CN" altLang="en-US" sz="72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目录</a:t>
            </a:r>
            <a:endParaRPr lang="zh-CN" altLang="en-US" sz="72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19" name="图形 1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>
          <a:xfrm>
            <a:off x="624418" y="933451"/>
            <a:ext cx="10943167" cy="2833805"/>
          </a:xfrm>
          <a:prstGeom prst="roundRect">
            <a:avLst>
              <a:gd name="adj" fmla="val 546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矩形 14"/>
          <p:cNvSpPr/>
          <p:nvPr/>
        </p:nvSpPr>
        <p:spPr>
          <a:xfrm>
            <a:off x="353002" y="4333692"/>
            <a:ext cx="5742999" cy="2061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415" eaLnBrk="0">
              <a:lnSpc>
                <a:spcPts val="2485"/>
              </a:lnSpc>
            </a:pPr>
            <a:r>
              <a:rPr lang="zh-CN" altLang="en-US" sz="1200" kern="0" dirty="0">
                <a:solidFill>
                  <a:srgbClr val="00459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致力成为全球第一智能照明品牌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8415" eaLnBrk="0">
              <a:lnSpc>
                <a:spcPct val="150000"/>
              </a:lnSpc>
            </a:pPr>
            <a:r>
              <a:rPr lang="zh-CN" altLang="en-US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欧普照明始于 </a:t>
            </a:r>
            <a:r>
              <a:rPr lang="en-US" altLang="zh-CN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1996 </a:t>
            </a:r>
            <a:r>
              <a:rPr lang="zh-CN" altLang="en-US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年，是一家集</a:t>
            </a:r>
            <a:r>
              <a:rPr lang="zh-CN" altLang="en-US" sz="1400" b="1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研发、生产、销售、服务于一体</a:t>
            </a:r>
            <a:r>
              <a:rPr lang="zh-CN" altLang="en-US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的综合型照明企业。作为中国照明行业标杆的整  体照明解决方案提供者，欧普照明坚持“超越所见”的品牌理念，以“用光创造价值”为企业使命。以</a:t>
            </a:r>
            <a:r>
              <a:rPr lang="zh-CN" altLang="en-US" sz="1600" b="1" kern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“打造全球智能照明第一品牌”</a:t>
            </a:r>
            <a:r>
              <a:rPr lang="zh-CN" altLang="en-US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为愿景， 欧普照明已在亚太、欧洲、中东、南非等七十多个国家和地区开展业务，  入围世界品牌实验室组织评选的“中国 </a:t>
            </a:r>
            <a:r>
              <a:rPr lang="en-US" altLang="zh-CN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 </a:t>
            </a:r>
            <a:r>
              <a:rPr lang="zh-CN" altLang="en-US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最具价值品牌”榜单。</a:t>
            </a:r>
            <a:r>
              <a:rPr lang="en-US" altLang="zh-CN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2016 </a:t>
            </a:r>
            <a:r>
              <a:rPr lang="zh-CN" altLang="en-US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 </a:t>
            </a:r>
            <a:r>
              <a:rPr lang="en-US" altLang="zh-CN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</a:t>
            </a:r>
            <a:r>
              <a:rPr lang="zh-CN" altLang="en-US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 </a:t>
            </a:r>
            <a:r>
              <a:rPr lang="en-US" altLang="zh-CN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 </a:t>
            </a:r>
            <a:r>
              <a:rPr lang="zh-CN" altLang="en-US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日，欧普照明成功登陆上海证   券交易所主板，正式挂牌上市。股票简称“欧普照明”，股票代码 </a:t>
            </a:r>
            <a:r>
              <a:rPr lang="en-US" altLang="zh-CN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603515.SH</a:t>
            </a:r>
            <a:r>
              <a:rPr lang="zh-CN" altLang="en-US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0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25529" y="3765551"/>
            <a:ext cx="6096000" cy="56425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0955" eaLnBrk="0"/>
            <a:r>
              <a:rPr lang="zh-CN" altLang="en-US" sz="1465" kern="0" spc="-27" dirty="0">
                <a:solidFill>
                  <a:srgbClr val="00459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公司介绍</a:t>
            </a:r>
            <a:endParaRPr lang="zh-CN" altLang="en-US" sz="146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0955" eaLnBrk="0">
              <a:spcBef>
                <a:spcPts val="845"/>
              </a:spcBef>
            </a:pPr>
            <a:r>
              <a:rPr lang="en-US" altLang="zh-CN" sz="935" kern="0" spc="173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COMPANY</a:t>
            </a:r>
            <a:r>
              <a:rPr lang="en-US" altLang="zh-CN" sz="935" kern="0" spc="333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935" kern="0" spc="173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PROFILE</a:t>
            </a:r>
            <a:endParaRPr lang="en-US" altLang="en-US" sz="93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096000" y="4382602"/>
            <a:ext cx="6071245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320" eaLnBrk="0">
              <a:lnSpc>
                <a:spcPts val="2485"/>
              </a:lnSpc>
            </a:pPr>
            <a:r>
              <a:rPr lang="zh-CN" altLang="en-US" sz="1200" kern="0" dirty="0">
                <a:solidFill>
                  <a:srgbClr val="00459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商用照明领域专家，重</a:t>
            </a:r>
            <a:r>
              <a:rPr lang="zh-CN" altLang="en-US" sz="1200" kern="0" spc="-13" dirty="0">
                <a:solidFill>
                  <a:srgbClr val="00459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构行业光环境</a:t>
            </a:r>
            <a:endParaRPr lang="en-US" altLang="zh-CN" sz="1200" spc="-13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0320" eaLnBrk="0">
              <a:lnSpc>
                <a:spcPct val="150000"/>
              </a:lnSpc>
            </a:pPr>
            <a:r>
              <a:rPr lang="zh-CN" altLang="en-US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作为中国照明行业标杆的整体照明解决方案提供者，欧普照明近年年均研发投入超 </a:t>
            </a:r>
            <a:r>
              <a:rPr lang="en-US" altLang="zh-CN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</a:t>
            </a:r>
            <a:r>
              <a:rPr lang="zh-CN" altLang="en-US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亿元</a:t>
            </a:r>
            <a:r>
              <a:rPr lang="zh-CN" altLang="en-US" sz="1065" kern="0" spc="-13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，拥有中山园区、苏州吴   </a:t>
            </a:r>
            <a:r>
              <a:rPr lang="zh-CN" altLang="en-US" sz="1065" kern="0" spc="13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江园区、华南园区、</a:t>
            </a:r>
            <a:r>
              <a:rPr lang="en-US" altLang="zh-CN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ETO</a:t>
            </a:r>
            <a:r>
              <a:rPr lang="zh-CN" altLang="en-US" sz="1065" kern="0" spc="13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定制工厂，以及</a:t>
            </a:r>
            <a:r>
              <a:rPr lang="zh-CN" altLang="en-US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中山、苏州两大实验室。</a:t>
            </a:r>
            <a:endParaRPr lang="zh-CN" altLang="en-US" sz="1065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" eaLnBrk="0">
              <a:lnSpc>
                <a:spcPct val="150000"/>
              </a:lnSpc>
            </a:pPr>
            <a:r>
              <a:rPr lang="zh-CN" altLang="en-US" sz="1065" kern="0" spc="-53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依托深入的行业研究、专业的供应链和售后服务体系，</a:t>
            </a:r>
            <a:r>
              <a:rPr lang="zh-CN" altLang="en-US" sz="1065" kern="0" spc="307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65" kern="0" spc="-53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欧普照明持续为办公、工业、轨交等 </a:t>
            </a:r>
            <a:r>
              <a:rPr lang="en-US" altLang="zh-CN" sz="1065" kern="0" spc="-53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r>
              <a:rPr lang="zh-CN" altLang="en-US" sz="1065" kern="0" spc="-93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65" kern="0" spc="-53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大行业提供绿色智慧、</a:t>
            </a:r>
            <a:r>
              <a:rPr lang="zh-CN" altLang="en-US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1065" kern="0" spc="13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快速完善的专业商用照明设计及服务，成为 </a:t>
            </a:r>
            <a:r>
              <a:rPr lang="en-US" altLang="zh-CN" sz="1065" kern="0" spc="13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2019 </a:t>
            </a:r>
            <a:r>
              <a:rPr lang="zh-CN" altLang="en-US" sz="1065" kern="0" spc="13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年北京世园会植物馆战略合作伙伴，</a:t>
            </a:r>
            <a:r>
              <a:rPr lang="en-US" altLang="zh-CN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</a:t>
            </a:r>
            <a:r>
              <a:rPr lang="zh-CN" altLang="en-US" sz="1065" kern="0" spc="133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065" kern="0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年迪拜世博会中国馆   官方合作伙伴及指定照明解决方案提供商，并先后为物美集团、华住集团、瑞金医院、远洋海运大厦等头部企业提</a:t>
            </a:r>
            <a:r>
              <a:rPr lang="zh-CN" altLang="en-US" sz="1065" kern="0" spc="27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1065" kern="0" spc="-13" dirty="0">
                <a:solidFill>
                  <a:srgbClr val="5957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供整体照明解决方案。</a:t>
            </a:r>
            <a:endParaRPr lang="zh-CN" altLang="en-US" sz="106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path"/>
          <p:cNvSpPr/>
          <p:nvPr/>
        </p:nvSpPr>
        <p:spPr>
          <a:xfrm>
            <a:off x="624417" y="4348455"/>
            <a:ext cx="1527112" cy="68293"/>
          </a:xfrm>
          <a:custGeom>
            <a:avLst/>
            <a:gdLst/>
            <a:ahLst/>
            <a:cxnLst/>
            <a:rect l="0" t="0" r="0" b="0"/>
            <a:pathLst>
              <a:path w="2194" h="98">
                <a:moveTo>
                  <a:pt x="10" y="10"/>
                </a:moveTo>
                <a:lnTo>
                  <a:pt x="335" y="10"/>
                </a:lnTo>
                <a:lnTo>
                  <a:pt x="379" y="88"/>
                </a:lnTo>
                <a:lnTo>
                  <a:pt x="457" y="10"/>
                </a:lnTo>
                <a:lnTo>
                  <a:pt x="2184" y="10"/>
                </a:lnTo>
              </a:path>
            </a:pathLst>
          </a:custGeom>
          <a:noFill/>
          <a:ln w="3175" cap="flat">
            <a:solidFill>
              <a:srgbClr val="00459B">
                <a:alpha val="100000"/>
              </a:srgbClr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 sz="2400"/>
          </a:p>
        </p:txBody>
      </p:sp>
      <p:sp>
        <p:nvSpPr>
          <p:cNvPr id="18" name="object 4"/>
          <p:cNvSpPr txBox="1"/>
          <p:nvPr/>
        </p:nvSpPr>
        <p:spPr>
          <a:xfrm>
            <a:off x="382270" y="294005"/>
            <a:ext cx="4429760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000" b="1" spc="-4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 Light" panose="020B0502040204020203" charset="-122"/>
              </a:rPr>
              <a:t>企业介绍</a:t>
            </a:r>
            <a:endParaRPr lang="zh-CN" altLang="en-US" sz="2000" b="1" spc="-4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 Light" panose="020B0502040204020203" charset="-122"/>
            </a:endParaRPr>
          </a:p>
        </p:txBody>
      </p:sp>
      <p:grpSp>
        <p:nvGrpSpPr>
          <p:cNvPr id="19" name="object 5"/>
          <p:cNvGrpSpPr/>
          <p:nvPr/>
        </p:nvGrpSpPr>
        <p:grpSpPr>
          <a:xfrm>
            <a:off x="218948" y="287781"/>
            <a:ext cx="30480" cy="300355"/>
            <a:chOff x="2098548" y="431291"/>
            <a:chExt cx="30480" cy="300355"/>
          </a:xfrm>
          <a:solidFill>
            <a:schemeClr val="bg1"/>
          </a:solidFill>
        </p:grpSpPr>
        <p:sp>
          <p:nvSpPr>
            <p:cNvPr id="20" name="object 6"/>
            <p:cNvSpPr/>
            <p:nvPr/>
          </p:nvSpPr>
          <p:spPr>
            <a:xfrm>
              <a:off x="2104644" y="437387"/>
              <a:ext cx="18415" cy="288290"/>
            </a:xfrm>
            <a:custGeom>
              <a:avLst/>
              <a:gdLst/>
              <a:ahLst/>
              <a:cxnLst/>
              <a:rect l="l" t="t" r="r" b="b"/>
              <a:pathLst>
                <a:path w="18414" h="288290">
                  <a:moveTo>
                    <a:pt x="18287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18287" y="288036"/>
                  </a:lnTo>
                  <a:lnTo>
                    <a:pt x="1828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7"/>
            <p:cNvSpPr/>
            <p:nvPr/>
          </p:nvSpPr>
          <p:spPr>
            <a:xfrm>
              <a:off x="2104644" y="437387"/>
              <a:ext cx="18415" cy="288290"/>
            </a:xfrm>
            <a:custGeom>
              <a:avLst/>
              <a:gdLst/>
              <a:ahLst/>
              <a:cxnLst/>
              <a:rect l="l" t="t" r="r" b="b"/>
              <a:pathLst>
                <a:path w="18414" h="288290">
                  <a:moveTo>
                    <a:pt x="0" y="288036"/>
                  </a:moveTo>
                  <a:lnTo>
                    <a:pt x="18287" y="288036"/>
                  </a:lnTo>
                  <a:lnTo>
                    <a:pt x="18287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</a:pathLst>
            </a:custGeom>
            <a:grpFill/>
            <a:ln w="12192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" name="矩形 1"/>
          <p:cNvSpPr/>
          <p:nvPr/>
        </p:nvSpPr>
        <p:spPr>
          <a:xfrm>
            <a:off x="0" y="6571622"/>
            <a:ext cx="12192000" cy="28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14" name="图形 13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4" name="图形 3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5" name="图形 4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6" name="图形 5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7" name="图形 6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8" name="图形 7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10" name="图形 9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11" name="图形 10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12" name="图形 11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13" name="图形 12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14" name="图形 13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15" name="图形 14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16" name="图形 15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18" name="图形 17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19" name="图形 18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4" r="16924"/>
          <a:stretch>
            <a:fillRect/>
          </a:stretch>
        </p:blipFill>
        <p:spPr>
          <a:xfrm>
            <a:off x="-2" y="0"/>
            <a:ext cx="12180141" cy="685800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-2" y="0"/>
            <a:ext cx="12180141" cy="6858000"/>
          </a:xfrm>
          <a:prstGeom prst="rect">
            <a:avLst/>
          </a:prstGeom>
          <a:solidFill>
            <a:schemeClr val="tx1">
              <a:lumMod val="50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任意多边形: 形状 53"/>
          <p:cNvSpPr/>
          <p:nvPr/>
        </p:nvSpPr>
        <p:spPr>
          <a:xfrm>
            <a:off x="-159799" y="-90997"/>
            <a:ext cx="4069718" cy="7039993"/>
          </a:xfrm>
          <a:custGeom>
            <a:avLst/>
            <a:gdLst>
              <a:gd name="connsiteX0" fmla="*/ 0 w 3954308"/>
              <a:gd name="connsiteY0" fmla="*/ 0 h 6858000"/>
              <a:gd name="connsiteX1" fmla="*/ 1939009 w 3954308"/>
              <a:gd name="connsiteY1" fmla="*/ 0 h 6858000"/>
              <a:gd name="connsiteX2" fmla="*/ 2222788 w 3954308"/>
              <a:gd name="connsiteY2" fmla="*/ 172400 h 6858000"/>
              <a:gd name="connsiteX3" fmla="*/ 3954308 w 3954308"/>
              <a:gd name="connsiteY3" fmla="*/ 3429000 h 6858000"/>
              <a:gd name="connsiteX4" fmla="*/ 2222788 w 3954308"/>
              <a:gd name="connsiteY4" fmla="*/ 6685601 h 6858000"/>
              <a:gd name="connsiteX5" fmla="*/ 1939010 w 3954308"/>
              <a:gd name="connsiteY5" fmla="*/ 6858000 h 6858000"/>
              <a:gd name="connsiteX6" fmla="*/ 0 w 395430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54308" h="6858000">
                <a:moveTo>
                  <a:pt x="0" y="0"/>
                </a:moveTo>
                <a:lnTo>
                  <a:pt x="1939009" y="0"/>
                </a:lnTo>
                <a:lnTo>
                  <a:pt x="2222788" y="172400"/>
                </a:lnTo>
                <a:cubicBezTo>
                  <a:pt x="3267463" y="878168"/>
                  <a:pt x="3954308" y="2073373"/>
                  <a:pt x="3954308" y="3429000"/>
                </a:cubicBezTo>
                <a:cubicBezTo>
                  <a:pt x="3954308" y="4784627"/>
                  <a:pt x="3267463" y="5979832"/>
                  <a:pt x="2222788" y="6685601"/>
                </a:cubicBezTo>
                <a:lnTo>
                  <a:pt x="1939010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e7d195523061f1c0"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e7d195523061f1c074694c8bbf98be7b1e4b015d796375963FD28840057458461C7CA0DAD340D15583DEDFC2E3241C4F392EF3A8B4D067B40CF4F149DD7E51F346B0CAB1BCCF6DB2480C67273C6C9E4CE0F3004E5C3397E9DBB399E827F1A1B4315D31B4A1FB924AA6F0CE797FFD0048F7FA626F7785968C67936054B24ADCC2455D90D09048EC83</a:t>
            </a:r>
            <a:endParaRPr lang="zh-CN" altLang="en-US" sz="100"/>
          </a:p>
        </p:txBody>
      </p:sp>
      <p:sp>
        <p:nvSpPr>
          <p:cNvPr id="56" name="文本框 55"/>
          <p:cNvSpPr txBox="1"/>
          <p:nvPr>
            <p:custDataLst>
              <p:tags r:id="rId2"/>
            </p:custDataLst>
          </p:nvPr>
        </p:nvSpPr>
        <p:spPr>
          <a:xfrm>
            <a:off x="6637639" y="1781246"/>
            <a:ext cx="1707555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行业动态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3"/>
            </p:custDataLst>
          </p:nvPr>
        </p:nvSpPr>
        <p:spPr>
          <a:xfrm>
            <a:off x="6637639" y="478885"/>
            <a:ext cx="1707555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集团介绍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4"/>
            </p:custDataLst>
          </p:nvPr>
        </p:nvSpPr>
        <p:spPr>
          <a:xfrm>
            <a:off x="6637639" y="4370278"/>
            <a:ext cx="224810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项目案例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5"/>
            </p:custDataLst>
          </p:nvPr>
        </p:nvSpPr>
        <p:spPr>
          <a:xfrm>
            <a:off x="6637639" y="3075762"/>
            <a:ext cx="235986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产品解决方案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6"/>
            </p:custDataLst>
          </p:nvPr>
        </p:nvSpPr>
        <p:spPr>
          <a:xfrm>
            <a:off x="6637655" y="5688330"/>
            <a:ext cx="2659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欧莱雅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UP4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方案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2443993" y="418996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3266160" y="1589003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3475811" y="2914426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3331400" y="4183053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2683331" y="5471439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: 形状 40"/>
          <p:cNvSpPr/>
          <p:nvPr/>
        </p:nvSpPr>
        <p:spPr>
          <a:xfrm>
            <a:off x="0" y="1200443"/>
            <a:ext cx="2243868" cy="4457114"/>
          </a:xfrm>
          <a:custGeom>
            <a:avLst/>
            <a:gdLst>
              <a:gd name="connsiteX0" fmla="*/ 23497 w 3443531"/>
              <a:gd name="connsiteY0" fmla="*/ 0 h 6840068"/>
              <a:gd name="connsiteX1" fmla="*/ 3443531 w 3443531"/>
              <a:gd name="connsiteY1" fmla="*/ 3420034 h 6840068"/>
              <a:gd name="connsiteX2" fmla="*/ 23497 w 3443531"/>
              <a:gd name="connsiteY2" fmla="*/ 6840068 h 6840068"/>
              <a:gd name="connsiteX3" fmla="*/ 0 w 3443531"/>
              <a:gd name="connsiteY3" fmla="*/ 6839474 h 6840068"/>
              <a:gd name="connsiteX4" fmla="*/ 0 w 3443531"/>
              <a:gd name="connsiteY4" fmla="*/ 594 h 6840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531" h="6840068">
                <a:moveTo>
                  <a:pt x="23497" y="0"/>
                </a:moveTo>
                <a:cubicBezTo>
                  <a:pt x="1912330" y="0"/>
                  <a:pt x="3443531" y="1531201"/>
                  <a:pt x="3443531" y="3420034"/>
                </a:cubicBezTo>
                <a:cubicBezTo>
                  <a:pt x="3443531" y="5308867"/>
                  <a:pt x="1912330" y="6840068"/>
                  <a:pt x="23497" y="6840068"/>
                </a:cubicBezTo>
                <a:lnTo>
                  <a:pt x="0" y="6839474"/>
                </a:lnTo>
                <a:lnTo>
                  <a:pt x="0" y="594"/>
                </a:lnTo>
                <a:close/>
              </a:path>
            </a:pathLst>
          </a:custGeom>
          <a:solidFill>
            <a:srgbClr val="69AFD8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/>
          <p:cNvSpPr/>
          <p:nvPr/>
        </p:nvSpPr>
        <p:spPr>
          <a:xfrm rot="16200000">
            <a:off x="-351244" y="2626039"/>
            <a:ext cx="2400657" cy="1347189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just"/>
            <a:r>
              <a:rPr lang="zh-CN" altLang="en-US" sz="72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目录</a:t>
            </a:r>
            <a:endParaRPr lang="zh-CN" altLang="en-US" sz="72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19" name="图形 1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01444" y="1042957"/>
            <a:ext cx="8538071" cy="4534456"/>
            <a:chOff x="1575482" y="1416394"/>
            <a:chExt cx="9462100" cy="50251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575482" y="1416394"/>
              <a:ext cx="9462100" cy="502519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4" name="矩形 3"/>
            <p:cNvSpPr/>
            <p:nvPr/>
          </p:nvSpPr>
          <p:spPr>
            <a:xfrm>
              <a:off x="1727752" y="4268485"/>
              <a:ext cx="9056512" cy="813461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727752" y="5627802"/>
              <a:ext cx="9056512" cy="661519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3951925" y="6537529"/>
            <a:ext cx="83662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通知原文：</a:t>
            </a:r>
            <a:r>
              <a:rPr lang="en-US" altLang="zh-CN" sz="1200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  <a:hlinkClick r:id="rId2"/>
              </a:rPr>
              <a:t>https://www.miit.gov.cn/zwgk/zcwj/wjfb/tz/art/2024/art_318f5dc6c645450e99d7eeddb770db01.html</a:t>
            </a:r>
            <a:endParaRPr lang="en-US" altLang="zh-CN" sz="1200" dirty="0">
              <a:solidFill>
                <a:srgbClr val="A5342D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200" dirty="0">
              <a:solidFill>
                <a:srgbClr val="A534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标题 22"/>
          <p:cNvSpPr txBox="1"/>
          <p:nvPr/>
        </p:nvSpPr>
        <p:spPr>
          <a:xfrm>
            <a:off x="214546" y="89638"/>
            <a:ext cx="11111865" cy="59817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工信部组织开展节能诊断工作，推动工业企业节能降碳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10" name="图形 9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11" name="图形 10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12" name="图形 1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13" name="图形 12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14" name="图形 13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15" name="图形 14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16" name="图形 15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18" name="图形 17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19" name="图形 18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7" name="标题 22"/>
          <p:cNvSpPr txBox="1"/>
          <p:nvPr/>
        </p:nvSpPr>
        <p:spPr>
          <a:xfrm>
            <a:off x="-104297" y="95113"/>
            <a:ext cx="11111865" cy="59817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发改委牵头九部委推进节能降碳，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照明被列入重点产品更新改造范围</a:t>
            </a:r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686" y="1900596"/>
            <a:ext cx="6301213" cy="32507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0" name="Rectangle 10"/>
          <p:cNvSpPr/>
          <p:nvPr>
            <p:custDataLst>
              <p:tags r:id="rId2"/>
            </p:custDataLst>
          </p:nvPr>
        </p:nvSpPr>
        <p:spPr>
          <a:xfrm>
            <a:off x="6666414" y="1900595"/>
            <a:ext cx="5186728" cy="3250747"/>
          </a:xfrm>
          <a:prstGeom prst="roundRect">
            <a:avLst>
              <a:gd name="adj" fmla="val 8412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25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年目标实现照明节能</a:t>
            </a:r>
            <a:r>
              <a:rPr lang="en-US" altLang="zh-CN" sz="2000" b="1" dirty="0">
                <a:solidFill>
                  <a:srgbClr val="A10914"/>
                </a:solidFill>
                <a:latin typeface="微软雅黑" panose="020B0503020204020204" charset="-122"/>
                <a:ea typeface="微软雅黑" panose="020B0503020204020204" charset="-122"/>
              </a:rPr>
              <a:t>1000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亿度电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灯具达到</a:t>
            </a:r>
            <a:r>
              <a:rPr lang="zh-CN" altLang="en-US" sz="2000" b="1" dirty="0">
                <a:solidFill>
                  <a:srgbClr val="A10914"/>
                </a:solidFill>
                <a:latin typeface="微软雅黑" panose="020B0503020204020204" charset="-122"/>
                <a:ea typeface="微软雅黑" panose="020B0503020204020204" charset="-122"/>
              </a:rPr>
              <a:t>二级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能效以上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鼓励</a:t>
            </a:r>
            <a:r>
              <a:rPr lang="zh-CN" altLang="en-US" sz="2000" b="1" dirty="0">
                <a:solidFill>
                  <a:srgbClr val="A10914"/>
                </a:solidFill>
                <a:latin typeface="微软雅黑" panose="020B0503020204020204" charset="-122"/>
                <a:ea typeface="微软雅黑" panose="020B0503020204020204" charset="-122"/>
              </a:rPr>
              <a:t>央国企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带头升级照明设备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鼓励采用</a:t>
            </a:r>
            <a:r>
              <a:rPr lang="zh-CN" altLang="en-US" sz="2000" b="1" dirty="0">
                <a:solidFill>
                  <a:srgbClr val="A10914"/>
                </a:solidFill>
                <a:latin typeface="微软雅黑" panose="020B0503020204020204" charset="-122"/>
                <a:ea typeface="微软雅黑" panose="020B0503020204020204" charset="-122"/>
              </a:rPr>
              <a:t>智能控制技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术实现二次节能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7" name="图形 6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8" name="图形 7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10" name="图形 9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11" name="图形 10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13" name="图形 12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14" name="图形 13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15" name="图形 14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16" name="图形 15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18" name="图形 17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2" name="标题 22"/>
          <p:cNvSpPr txBox="1"/>
          <p:nvPr/>
        </p:nvSpPr>
        <p:spPr>
          <a:xfrm>
            <a:off x="-104297" y="95113"/>
            <a:ext cx="11111865" cy="59817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>
                <a:latin typeface="方正兰亭准黑简体" panose="02000000000000000000" pitchFamily="2" charset="-122"/>
                <a:ea typeface="方正兰亭准黑简体" panose="02000000000000000000" pitchFamily="2" charset="-122"/>
              </a:rPr>
              <a:t>工信部牵头七部委推进制造业绿色发展，</a:t>
            </a:r>
            <a:r>
              <a:rPr lang="zh-CN" altLang="en-US" dirty="0">
                <a:solidFill>
                  <a:srgbClr val="FF0000"/>
                </a:solidFill>
                <a:latin typeface="方正兰亭准黑简体" panose="02000000000000000000" pitchFamily="2" charset="-122"/>
                <a:ea typeface="方正兰亭准黑简体" panose="02000000000000000000" pitchFamily="2" charset="-122"/>
              </a:rPr>
              <a:t>鼓励企业改造升级、智能管理</a:t>
            </a:r>
            <a:endParaRPr lang="zh-CN" altLang="en-US" dirty="0">
              <a:solidFill>
                <a:srgbClr val="FF0000"/>
              </a:solidFill>
              <a:latin typeface="方正兰亭准黑简体" panose="02000000000000000000" pitchFamily="2" charset="-122"/>
              <a:ea typeface="方正兰亭准黑简体" panose="02000000000000000000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34480" y="1319443"/>
            <a:ext cx="6104305" cy="4563126"/>
            <a:chOff x="701848" y="1718893"/>
            <a:chExt cx="4237797" cy="3167863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01848" y="1718893"/>
              <a:ext cx="4237797" cy="73022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1848" y="2472425"/>
              <a:ext cx="4237797" cy="241433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grpSp>
        <p:nvGrpSpPr>
          <p:cNvPr id="22" name="组合 21"/>
          <p:cNvGrpSpPr/>
          <p:nvPr/>
        </p:nvGrpSpPr>
        <p:grpSpPr>
          <a:xfrm>
            <a:off x="7824755" y="1323382"/>
            <a:ext cx="3315371" cy="4828075"/>
            <a:chOff x="6450798" y="1641442"/>
            <a:chExt cx="2618811" cy="3813696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50798" y="3733279"/>
              <a:ext cx="2618811" cy="172185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50798" y="1641442"/>
              <a:ext cx="2618811" cy="209866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25" name="矩形 24"/>
          <p:cNvSpPr/>
          <p:nvPr/>
        </p:nvSpPr>
        <p:spPr>
          <a:xfrm>
            <a:off x="7965649" y="2932453"/>
            <a:ext cx="3032715" cy="633332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8680862" y="5145214"/>
            <a:ext cx="2317501" cy="647893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13" name="图形 12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14" name="图形 13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15" name="图形 14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16" name="图形 15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18" name="图形 17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4" r="16924"/>
          <a:stretch>
            <a:fillRect/>
          </a:stretch>
        </p:blipFill>
        <p:spPr>
          <a:xfrm>
            <a:off x="-2" y="0"/>
            <a:ext cx="12180141" cy="685800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-2" y="0"/>
            <a:ext cx="12180141" cy="6858000"/>
          </a:xfrm>
          <a:prstGeom prst="rect">
            <a:avLst/>
          </a:prstGeom>
          <a:solidFill>
            <a:schemeClr val="tx1">
              <a:lumMod val="50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任意多边形: 形状 53"/>
          <p:cNvSpPr/>
          <p:nvPr/>
        </p:nvSpPr>
        <p:spPr>
          <a:xfrm>
            <a:off x="-159799" y="-90997"/>
            <a:ext cx="4069718" cy="7039993"/>
          </a:xfrm>
          <a:custGeom>
            <a:avLst/>
            <a:gdLst>
              <a:gd name="connsiteX0" fmla="*/ 0 w 3954308"/>
              <a:gd name="connsiteY0" fmla="*/ 0 h 6858000"/>
              <a:gd name="connsiteX1" fmla="*/ 1939009 w 3954308"/>
              <a:gd name="connsiteY1" fmla="*/ 0 h 6858000"/>
              <a:gd name="connsiteX2" fmla="*/ 2222788 w 3954308"/>
              <a:gd name="connsiteY2" fmla="*/ 172400 h 6858000"/>
              <a:gd name="connsiteX3" fmla="*/ 3954308 w 3954308"/>
              <a:gd name="connsiteY3" fmla="*/ 3429000 h 6858000"/>
              <a:gd name="connsiteX4" fmla="*/ 2222788 w 3954308"/>
              <a:gd name="connsiteY4" fmla="*/ 6685601 h 6858000"/>
              <a:gd name="connsiteX5" fmla="*/ 1939010 w 3954308"/>
              <a:gd name="connsiteY5" fmla="*/ 6858000 h 6858000"/>
              <a:gd name="connsiteX6" fmla="*/ 0 w 395430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54308" h="6858000">
                <a:moveTo>
                  <a:pt x="0" y="0"/>
                </a:moveTo>
                <a:lnTo>
                  <a:pt x="1939009" y="0"/>
                </a:lnTo>
                <a:lnTo>
                  <a:pt x="2222788" y="172400"/>
                </a:lnTo>
                <a:cubicBezTo>
                  <a:pt x="3267463" y="878168"/>
                  <a:pt x="3954308" y="2073373"/>
                  <a:pt x="3954308" y="3429000"/>
                </a:cubicBezTo>
                <a:cubicBezTo>
                  <a:pt x="3954308" y="4784627"/>
                  <a:pt x="3267463" y="5979832"/>
                  <a:pt x="2222788" y="6685601"/>
                </a:cubicBezTo>
                <a:lnTo>
                  <a:pt x="1939010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e7d195523061f1c0"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e7d195523061f1c074694c8bbf98be7b1e4b015d796375963FD28840057458461C7CA0DAD340D15583DEDFC2E3241C4F392EF3A8B4D067B40CF4F149DD7E51F346B0CAB1BCCF6DB2480C67273C6C9E4CE0F3004E5C3397E9DBB399E827F1A1B4315D31B4A1FB924AA6F0CE797FFD0048F7FA626F7785968C67936054B24ADCC2455D90D09048EC83</a:t>
            </a:r>
            <a:endParaRPr lang="zh-CN" altLang="en-US" sz="100"/>
          </a:p>
        </p:txBody>
      </p:sp>
      <p:sp>
        <p:nvSpPr>
          <p:cNvPr id="56" name="文本框 55"/>
          <p:cNvSpPr txBox="1"/>
          <p:nvPr>
            <p:custDataLst>
              <p:tags r:id="rId2"/>
            </p:custDataLst>
          </p:nvPr>
        </p:nvSpPr>
        <p:spPr>
          <a:xfrm>
            <a:off x="6637639" y="1781246"/>
            <a:ext cx="1707555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行业动态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3"/>
            </p:custDataLst>
          </p:nvPr>
        </p:nvSpPr>
        <p:spPr>
          <a:xfrm>
            <a:off x="6637639" y="478885"/>
            <a:ext cx="1707555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集团介绍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4"/>
            </p:custDataLst>
          </p:nvPr>
        </p:nvSpPr>
        <p:spPr>
          <a:xfrm>
            <a:off x="6637639" y="4370278"/>
            <a:ext cx="224810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项目案例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5"/>
            </p:custDataLst>
          </p:nvPr>
        </p:nvSpPr>
        <p:spPr>
          <a:xfrm>
            <a:off x="6637639" y="3075762"/>
            <a:ext cx="235986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产品解决方案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6"/>
            </p:custDataLst>
          </p:nvPr>
        </p:nvSpPr>
        <p:spPr>
          <a:xfrm>
            <a:off x="6637655" y="5688330"/>
            <a:ext cx="2659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欧莱雅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UP4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方案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2443993" y="418996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3266160" y="1589003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3475811" y="2914426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3331400" y="4183053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2683331" y="5471439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: 形状 40"/>
          <p:cNvSpPr/>
          <p:nvPr/>
        </p:nvSpPr>
        <p:spPr>
          <a:xfrm>
            <a:off x="0" y="1200443"/>
            <a:ext cx="2243868" cy="4457114"/>
          </a:xfrm>
          <a:custGeom>
            <a:avLst/>
            <a:gdLst>
              <a:gd name="connsiteX0" fmla="*/ 23497 w 3443531"/>
              <a:gd name="connsiteY0" fmla="*/ 0 h 6840068"/>
              <a:gd name="connsiteX1" fmla="*/ 3443531 w 3443531"/>
              <a:gd name="connsiteY1" fmla="*/ 3420034 h 6840068"/>
              <a:gd name="connsiteX2" fmla="*/ 23497 w 3443531"/>
              <a:gd name="connsiteY2" fmla="*/ 6840068 h 6840068"/>
              <a:gd name="connsiteX3" fmla="*/ 0 w 3443531"/>
              <a:gd name="connsiteY3" fmla="*/ 6839474 h 6840068"/>
              <a:gd name="connsiteX4" fmla="*/ 0 w 3443531"/>
              <a:gd name="connsiteY4" fmla="*/ 594 h 6840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531" h="6840068">
                <a:moveTo>
                  <a:pt x="23497" y="0"/>
                </a:moveTo>
                <a:cubicBezTo>
                  <a:pt x="1912330" y="0"/>
                  <a:pt x="3443531" y="1531201"/>
                  <a:pt x="3443531" y="3420034"/>
                </a:cubicBezTo>
                <a:cubicBezTo>
                  <a:pt x="3443531" y="5308867"/>
                  <a:pt x="1912330" y="6840068"/>
                  <a:pt x="23497" y="6840068"/>
                </a:cubicBezTo>
                <a:lnTo>
                  <a:pt x="0" y="6839474"/>
                </a:lnTo>
                <a:lnTo>
                  <a:pt x="0" y="594"/>
                </a:lnTo>
                <a:close/>
              </a:path>
            </a:pathLst>
          </a:custGeom>
          <a:solidFill>
            <a:srgbClr val="69AFD8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/>
          <p:cNvSpPr/>
          <p:nvPr/>
        </p:nvSpPr>
        <p:spPr>
          <a:xfrm rot="16200000">
            <a:off x="-351244" y="2626039"/>
            <a:ext cx="2400657" cy="1347189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just"/>
            <a:r>
              <a:rPr lang="zh-CN" altLang="en-US" sz="72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目录</a:t>
            </a:r>
            <a:endParaRPr lang="zh-CN" altLang="en-US" sz="72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19" name="图形 1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0" y="4933075"/>
            <a:ext cx="12192000" cy="1924925"/>
          </a:xfrm>
          <a:prstGeom prst="rect">
            <a:avLst/>
          </a:prstGeom>
          <a:gradFill>
            <a:gsLst>
              <a:gs pos="0">
                <a:srgbClr val="023CA7">
                  <a:lumMod val="98000"/>
                  <a:lumOff val="2000"/>
                  <a:alpha val="0"/>
                </a:srgbClr>
              </a:gs>
              <a:gs pos="100000">
                <a:srgbClr val="7E008C">
                  <a:alpha val="13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22"/>
          <p:cNvSpPr txBox="1"/>
          <p:nvPr/>
        </p:nvSpPr>
        <p:spPr>
          <a:xfrm>
            <a:off x="382270" y="76835"/>
            <a:ext cx="11111865" cy="53530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LED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时代初期灯具现状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80663" y="3746492"/>
            <a:ext cx="2558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照明产品较落后</a:t>
            </a:r>
            <a:endParaRPr lang="en-US" altLang="zh-CN" b="1" dirty="0">
              <a:solidFill>
                <a:srgbClr val="A534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448509" y="3746492"/>
            <a:ext cx="3294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非合理回路控制</a:t>
            </a:r>
            <a:endParaRPr lang="zh-CN" altLang="en-US" b="1" dirty="0">
              <a:solidFill>
                <a:srgbClr val="A534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902912" y="3746492"/>
            <a:ext cx="2989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缺少高效动态的照明管理</a:t>
            </a:r>
            <a:endParaRPr lang="zh-CN" altLang="en-US" sz="2000" b="1" dirty="0">
              <a:solidFill>
                <a:srgbClr val="A534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0" y="6214780"/>
            <a:ext cx="2430832" cy="369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8C3C"/>
                </a:solidFill>
                <a:latin typeface="微软雅黑" panose="020B0503020204020204" charset="-122"/>
                <a:ea typeface="微软雅黑" panose="020B0503020204020204" charset="-122"/>
                <a:cs typeface="方正兰亭黑简体" panose="02000000000000000000" charset="-122"/>
              </a:rPr>
              <a:t>高光效</a:t>
            </a:r>
            <a:r>
              <a:rPr lang="en-US" altLang="zh-CN" b="1" dirty="0">
                <a:solidFill>
                  <a:srgbClr val="008C3C"/>
                </a:solidFill>
                <a:latin typeface="微软雅黑" panose="020B0503020204020204" charset="-122"/>
                <a:ea typeface="微软雅黑" panose="020B0503020204020204" charset="-122"/>
                <a:cs typeface="方正兰亭黑简体" panose="02000000000000000000" charset="-122"/>
              </a:rPr>
              <a:t>LED</a:t>
            </a:r>
            <a:r>
              <a:rPr lang="zh-CN" altLang="en-US" b="1" dirty="0">
                <a:solidFill>
                  <a:srgbClr val="008C3C"/>
                </a:solidFill>
                <a:latin typeface="微软雅黑" panose="020B0503020204020204" charset="-122"/>
                <a:ea typeface="微软雅黑" panose="020B0503020204020204" charset="-122"/>
                <a:cs typeface="方正兰亭黑简体" panose="02000000000000000000" charset="-122"/>
              </a:rPr>
              <a:t>灯具</a:t>
            </a:r>
            <a:endParaRPr lang="zh-CN" altLang="en-US" sz="900" dirty="0">
              <a:solidFill>
                <a:srgbClr val="008C3C"/>
              </a:solidFill>
              <a:latin typeface="微软雅黑" panose="020B0503020204020204" charset="-122"/>
              <a:ea typeface="微软雅黑" panose="020B0503020204020204" charset="-122"/>
              <a:cs typeface="方正兰亭黑简体" panose="02000000000000000000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>
          <a:xfrm>
            <a:off x="5359208" y="5191540"/>
            <a:ext cx="1290126" cy="949011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4757111" y="6214780"/>
            <a:ext cx="2854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8C3C"/>
                </a:solidFill>
                <a:latin typeface="微软雅黑" panose="020B0503020204020204" charset="-122"/>
                <a:ea typeface="微软雅黑" panose="020B0503020204020204" charset="-122"/>
              </a:rPr>
              <a:t>回路</a:t>
            </a:r>
            <a:r>
              <a:rPr lang="en-US" altLang="zh-CN" b="1" dirty="0">
                <a:solidFill>
                  <a:srgbClr val="008C3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1" dirty="0">
                <a:solidFill>
                  <a:srgbClr val="008C3C"/>
                </a:solidFill>
                <a:latin typeface="微软雅黑" panose="020B0503020204020204" charset="-122"/>
                <a:ea typeface="微软雅黑" panose="020B0503020204020204" charset="-122"/>
              </a:rPr>
              <a:t>有线调光</a:t>
            </a:r>
            <a:r>
              <a:rPr lang="en-US" altLang="zh-CN" b="1" dirty="0">
                <a:solidFill>
                  <a:srgbClr val="008C3C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1" dirty="0">
                <a:solidFill>
                  <a:srgbClr val="008C3C"/>
                </a:solidFill>
                <a:latin typeface="微软雅黑" panose="020B0503020204020204" charset="-122"/>
                <a:ea typeface="微软雅黑" panose="020B0503020204020204" charset="-122"/>
              </a:rPr>
              <a:t>无线调光</a:t>
            </a:r>
            <a:endParaRPr lang="zh-CN" altLang="en-US" sz="900" dirty="0">
              <a:solidFill>
                <a:srgbClr val="008C3C"/>
              </a:solidFill>
              <a:latin typeface="微软雅黑" panose="020B0503020204020204" charset="-122"/>
              <a:ea typeface="微软雅黑" panose="020B0503020204020204" charset="-122"/>
              <a:cs typeface="方正兰亭黑简体" panose="02000000000000000000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752" b="95349" l="3333" r="91667">
                        <a14:foregroundMark x1="18333" y1="62791" x2="18333" y2="62791"/>
                        <a14:foregroundMark x1="16667" y1="72093" x2="16667" y2="72093"/>
                        <a14:foregroundMark x1="46667" y1="95349" x2="46667" y2="95349"/>
                        <a14:foregroundMark x1="7500" y1="42636" x2="7500" y2="42636"/>
                        <a14:foregroundMark x1="91667" y1="51163" x2="91667" y2="51163"/>
                        <a14:foregroundMark x1="26667" y1="56589" x2="26667" y2="56589"/>
                        <a14:foregroundMark x1="73333" y1="64341" x2="73333" y2="64341"/>
                        <a14:foregroundMark x1="3333" y1="62016" x2="3333" y2="62016"/>
                        <a14:foregroundMark x1="2500" y1="58915" x2="2500" y2="58915"/>
                        <a14:foregroundMark x1="3333" y1="56589" x2="3333" y2="56589"/>
                        <a14:foregroundMark x1="5833" y1="55814" x2="5833" y2="55814"/>
                        <a14:foregroundMark x1="4167" y1="64341" x2="4167" y2="6434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30907" y="4914612"/>
            <a:ext cx="1133607" cy="1225939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8979079" y="6214779"/>
            <a:ext cx="3040935" cy="369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8C3C"/>
                </a:solidFill>
                <a:latin typeface="微软雅黑" panose="020B0503020204020204" charset="-122"/>
                <a:ea typeface="微软雅黑" panose="020B0503020204020204" charset="-122"/>
                <a:cs typeface="方正兰亭黑简体" panose="02000000000000000000" charset="-122"/>
              </a:rPr>
              <a:t>自动化传感设备</a:t>
            </a:r>
            <a:r>
              <a:rPr lang="en-US" altLang="zh-CN" b="1" dirty="0">
                <a:solidFill>
                  <a:srgbClr val="008C3C"/>
                </a:solidFill>
                <a:latin typeface="微软雅黑" panose="020B0503020204020204" charset="-122"/>
                <a:ea typeface="微软雅黑" panose="020B0503020204020204" charset="-122"/>
                <a:cs typeface="方正兰亭黑简体" panose="02000000000000000000" charset="-122"/>
              </a:rPr>
              <a:t>+</a:t>
            </a:r>
            <a:r>
              <a:rPr lang="zh-CN" altLang="en-US" b="1" dirty="0">
                <a:solidFill>
                  <a:srgbClr val="008C3C"/>
                </a:solidFill>
                <a:latin typeface="微软雅黑" panose="020B0503020204020204" charset="-122"/>
                <a:ea typeface="微软雅黑" panose="020B0503020204020204" charset="-122"/>
                <a:cs typeface="方正兰亭黑简体" panose="02000000000000000000" charset="-122"/>
              </a:rPr>
              <a:t>调光灯具</a:t>
            </a:r>
            <a:endParaRPr lang="zh-CN" altLang="en-US" b="1" dirty="0">
              <a:solidFill>
                <a:srgbClr val="008C3C"/>
              </a:solidFill>
              <a:latin typeface="微软雅黑" panose="020B0503020204020204" charset="-122"/>
              <a:ea typeface="微软雅黑" panose="020B0503020204020204" charset="-122"/>
              <a:cs typeface="方正兰亭黑简体" panose="02000000000000000000" charset="-122"/>
            </a:endParaRPr>
          </a:p>
        </p:txBody>
      </p:sp>
      <p:pic>
        <p:nvPicPr>
          <p:cNvPr id="44" name="图片 43" descr="大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94" y="4754065"/>
            <a:ext cx="1671955" cy="1671955"/>
          </a:xfrm>
          <a:prstGeom prst="rect">
            <a:avLst/>
          </a:prstGeom>
        </p:spPr>
      </p:pic>
      <p:sp>
        <p:nvSpPr>
          <p:cNvPr id="99" name="双波形 98"/>
          <p:cNvSpPr/>
          <p:nvPr/>
        </p:nvSpPr>
        <p:spPr>
          <a:xfrm>
            <a:off x="0" y="1067355"/>
            <a:ext cx="12192001" cy="2559841"/>
          </a:xfrm>
          <a:prstGeom prst="doubleWave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箭头: V 形 99"/>
          <p:cNvSpPr/>
          <p:nvPr/>
        </p:nvSpPr>
        <p:spPr>
          <a:xfrm rot="5400000">
            <a:off x="5841356" y="3940053"/>
            <a:ext cx="509286" cy="1225939"/>
          </a:xfrm>
          <a:prstGeom prst="chevron">
            <a:avLst/>
          </a:prstGeom>
          <a:gradFill>
            <a:gsLst>
              <a:gs pos="34000">
                <a:srgbClr val="023CA7">
                  <a:lumMod val="98000"/>
                  <a:lumOff val="2000"/>
                </a:srgbClr>
              </a:gs>
              <a:gs pos="100000">
                <a:srgbClr val="97E8FB">
                  <a:alpha val="82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3" name="加号 102"/>
          <p:cNvSpPr/>
          <p:nvPr/>
        </p:nvSpPr>
        <p:spPr>
          <a:xfrm>
            <a:off x="3438344" y="5546044"/>
            <a:ext cx="542669" cy="542850"/>
          </a:xfrm>
          <a:prstGeom prst="mathPlus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加号 103"/>
          <p:cNvSpPr/>
          <p:nvPr/>
        </p:nvSpPr>
        <p:spPr>
          <a:xfrm>
            <a:off x="8089439" y="5546044"/>
            <a:ext cx="542669" cy="542850"/>
          </a:xfrm>
          <a:prstGeom prst="mathPlus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38" name="图形 37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41" name="图形 40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-1244600" y="1409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latin typeface="+mn-ea"/>
            </a:endParaRPr>
          </a:p>
        </p:txBody>
      </p:sp>
      <p:sp>
        <p:nvSpPr>
          <p:cNvPr id="6" name="标题 22"/>
          <p:cNvSpPr txBox="1"/>
          <p:nvPr/>
        </p:nvSpPr>
        <p:spPr>
          <a:xfrm>
            <a:off x="382270" y="76835"/>
            <a:ext cx="11111865" cy="53530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统一的欧普平台整体架构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453" y="1520459"/>
            <a:ext cx="9416710" cy="4634951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147837" y="1520459"/>
            <a:ext cx="2335412" cy="4634950"/>
          </a:xfrm>
          <a:prstGeom prst="roundRect">
            <a:avLst>
              <a:gd name="adj" fmla="val 258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/>
          </a:p>
        </p:txBody>
      </p:sp>
      <p:sp>
        <p:nvSpPr>
          <p:cNvPr id="7" name="文本框 6"/>
          <p:cNvSpPr txBox="1"/>
          <p:nvPr/>
        </p:nvSpPr>
        <p:spPr>
          <a:xfrm>
            <a:off x="328707" y="1835883"/>
            <a:ext cx="1916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solidFill>
                  <a:srgbClr val="A5342D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2</a:t>
            </a:r>
            <a:r>
              <a:rPr kumimoji="1" lang="zh-CN" altLang="en-US" sz="1400" b="1" dirty="0">
                <a:solidFill>
                  <a:srgbClr val="A5342D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种 对外接口</a:t>
            </a:r>
            <a:endParaRPr kumimoji="1" lang="zh-CN" altLang="en-US" sz="1400" b="1" dirty="0">
              <a:solidFill>
                <a:srgbClr val="A5342D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8707" y="2205215"/>
            <a:ext cx="1916376" cy="313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050" dirty="0">
                <a:latin typeface="PingFang SC Medium" panose="020B0400000000000000" pitchFamily="34" charset="-122"/>
                <a:ea typeface="PingFang SC Medium" panose="020B0400000000000000" pitchFamily="34" charset="-122"/>
              </a:rPr>
              <a:t>支持网关、云端实现对接</a:t>
            </a:r>
            <a:endParaRPr kumimoji="1" lang="zh-CN" altLang="en-US" sz="1050" dirty="0">
              <a:latin typeface="PingFang SC Medium" panose="020B0400000000000000" pitchFamily="34" charset="-122"/>
              <a:ea typeface="PingFang SC Medium" panose="020B04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7364" y="2827709"/>
            <a:ext cx="1696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solidFill>
                  <a:srgbClr val="A5342D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1</a:t>
            </a:r>
            <a:r>
              <a:rPr kumimoji="1" lang="zh-CN" altLang="en-US" sz="1400" b="1" dirty="0">
                <a:solidFill>
                  <a:srgbClr val="A5342D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套 平台体系</a:t>
            </a:r>
            <a:endParaRPr kumimoji="1" lang="zh-CN" altLang="en-US" sz="1400" b="1" dirty="0">
              <a:solidFill>
                <a:srgbClr val="A5342D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8707" y="3197041"/>
            <a:ext cx="1916376" cy="313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050" dirty="0">
                <a:latin typeface="PingFang SC Medium" panose="020B0400000000000000" pitchFamily="34" charset="-122"/>
                <a:ea typeface="PingFang SC Medium" panose="020B0400000000000000" pitchFamily="34" charset="-122"/>
              </a:rPr>
              <a:t>1</a:t>
            </a:r>
            <a:r>
              <a:rPr kumimoji="1" lang="zh-CN" altLang="en-US" sz="1050" dirty="0">
                <a:latin typeface="PingFang SC Medium" panose="020B0400000000000000" pitchFamily="34" charset="-122"/>
                <a:ea typeface="PingFang SC Medium" panose="020B0400000000000000" pitchFamily="34" charset="-122"/>
              </a:rPr>
              <a:t>云多应用，快速构建平台</a:t>
            </a:r>
            <a:endParaRPr kumimoji="1" lang="zh-CN" altLang="en-US" sz="1050" dirty="0">
              <a:latin typeface="PingFang SC Medium" panose="020B0400000000000000" pitchFamily="34" charset="-122"/>
              <a:ea typeface="PingFang SC Medium" panose="020B04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7364" y="3818084"/>
            <a:ext cx="1696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solidFill>
                  <a:srgbClr val="A5342D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3</a:t>
            </a:r>
            <a:r>
              <a:rPr kumimoji="1" lang="zh-CN" altLang="en-US" sz="1400" b="1" dirty="0">
                <a:solidFill>
                  <a:srgbClr val="A5342D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种 部署方式</a:t>
            </a:r>
            <a:endParaRPr kumimoji="1" lang="zh-CN" altLang="en-US" sz="1400" b="1" dirty="0">
              <a:solidFill>
                <a:srgbClr val="A5342D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8707" y="4187416"/>
            <a:ext cx="1916376" cy="306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050" dirty="0">
                <a:latin typeface="PingFang SC Medium" panose="020B0400000000000000" pitchFamily="34" charset="-122"/>
                <a:ea typeface="PingFang SC Medium" panose="020B0400000000000000" pitchFamily="34" charset="-122"/>
              </a:rPr>
              <a:t>公有云、私有化、本地部署</a:t>
            </a:r>
            <a:endParaRPr kumimoji="1" lang="zh-CN" altLang="en-US" sz="1050" dirty="0">
              <a:latin typeface="PingFang SC Medium" panose="020B0400000000000000" pitchFamily="34" charset="-122"/>
              <a:ea typeface="PingFang SC Medium" panose="020B04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7470" y="4808459"/>
            <a:ext cx="1696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dirty="0">
                <a:solidFill>
                  <a:srgbClr val="A5342D"/>
                </a:solidFill>
                <a:latin typeface="PingFang SC Semibold" panose="020B0400000000000000" pitchFamily="34" charset="-122"/>
                <a:ea typeface="PingFang SC Semibold" panose="020B0400000000000000" pitchFamily="34" charset="-122"/>
              </a:rPr>
              <a:t>多种 控制方式</a:t>
            </a:r>
            <a:endParaRPr kumimoji="1" lang="zh-CN" altLang="en-US" sz="1400" b="1" dirty="0">
              <a:solidFill>
                <a:srgbClr val="A5342D"/>
              </a:solidFill>
              <a:latin typeface="PingFang SC Semibold" panose="020B0400000000000000" pitchFamily="34" charset="-122"/>
              <a:ea typeface="PingFang SC Semibold" panose="020B0400000000000000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28707" y="5177791"/>
            <a:ext cx="1916376" cy="313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050" dirty="0">
                <a:latin typeface="PingFang SC Medium" panose="020B0400000000000000" pitchFamily="34" charset="-122"/>
                <a:ea typeface="PingFang SC Medium" panose="020B0400000000000000" pitchFamily="34" charset="-122"/>
              </a:rPr>
              <a:t>室内：传统有线</a:t>
            </a:r>
            <a:r>
              <a:rPr kumimoji="1" lang="en-US" altLang="zh-CN" sz="1050" dirty="0">
                <a:latin typeface="PingFang SC Medium" panose="020B0400000000000000" pitchFamily="34" charset="-122"/>
                <a:ea typeface="PingFang SC Medium" panose="020B0400000000000000" pitchFamily="34" charset="-122"/>
              </a:rPr>
              <a:t>+</a:t>
            </a:r>
            <a:r>
              <a:rPr kumimoji="1" lang="zh-CN" altLang="en-US" sz="1050" dirty="0">
                <a:latin typeface="PingFang SC Medium" panose="020B0400000000000000" pitchFamily="34" charset="-122"/>
                <a:ea typeface="PingFang SC Medium" panose="020B0400000000000000" pitchFamily="34" charset="-122"/>
              </a:rPr>
              <a:t>无线控制</a:t>
            </a:r>
            <a:endParaRPr kumimoji="1" lang="zh-CN" altLang="en-US" sz="1050" dirty="0">
              <a:latin typeface="PingFang SC Medium" panose="020B0400000000000000" pitchFamily="34" charset="-122"/>
              <a:ea typeface="PingFang SC Medium" panose="020B04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28707" y="5491082"/>
            <a:ext cx="1916376" cy="306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050" dirty="0">
                <a:latin typeface="PingFang SC Medium" panose="020B0400000000000000" pitchFamily="34" charset="-122"/>
                <a:ea typeface="PingFang SC Medium" panose="020B0400000000000000" pitchFamily="34" charset="-122"/>
              </a:rPr>
              <a:t>户外：</a:t>
            </a:r>
            <a:r>
              <a:rPr kumimoji="1" lang="en-US" altLang="zh-CN" sz="1050" dirty="0">
                <a:latin typeface="PingFang SC Medium" panose="020B0400000000000000" pitchFamily="34" charset="-122"/>
                <a:ea typeface="PingFang SC Medium" panose="020B0400000000000000" pitchFamily="34" charset="-122"/>
              </a:rPr>
              <a:t>NB+CAT1</a:t>
            </a:r>
            <a:endParaRPr kumimoji="1" lang="en-US" altLang="zh-CN" sz="1050" dirty="0">
              <a:latin typeface="PingFang SC Medium" panose="020B0400000000000000" pitchFamily="34" charset="-122"/>
              <a:ea typeface="PingFang SC Medium" panose="020B0400000000000000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830570" y="1819275"/>
            <a:ext cx="482600" cy="535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星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880" y="1861185"/>
            <a:ext cx="601345" cy="42100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5771515" y="2426970"/>
            <a:ext cx="60071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>
                <a:latin typeface="微软雅黑" panose="020B0503020204020204" charset="-122"/>
                <a:ea typeface="微软雅黑" panose="020B0503020204020204" charset="-122"/>
              </a:rPr>
              <a:t>星辰系统</a:t>
            </a:r>
            <a:endParaRPr lang="zh-CN" altLang="en-US" sz="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37" name="图形 36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85700">
                <a:srgbClr val="023CA7">
                  <a:alpha val="16000"/>
                </a:srgbClr>
              </a:gs>
              <a:gs pos="0">
                <a:srgbClr val="023CA7"/>
              </a:gs>
              <a:gs pos="100000">
                <a:srgbClr val="92D05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: 圆角 98"/>
          <p:cNvSpPr/>
          <p:nvPr/>
        </p:nvSpPr>
        <p:spPr>
          <a:xfrm>
            <a:off x="7144326" y="2078814"/>
            <a:ext cx="4580215" cy="4577120"/>
          </a:xfrm>
          <a:prstGeom prst="roundRect">
            <a:avLst>
              <a:gd name="adj" fmla="val 5257"/>
            </a:avLst>
          </a:prstGeom>
          <a:gradFill>
            <a:gsLst>
              <a:gs pos="0">
                <a:schemeClr val="bg1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8" name="矩形: 圆角 97"/>
          <p:cNvSpPr/>
          <p:nvPr/>
        </p:nvSpPr>
        <p:spPr>
          <a:xfrm>
            <a:off x="1787244" y="2079652"/>
            <a:ext cx="4988722" cy="4547270"/>
          </a:xfrm>
          <a:prstGeom prst="roundRect">
            <a:avLst>
              <a:gd name="adj" fmla="val 4482"/>
            </a:avLst>
          </a:prstGeom>
          <a:gradFill>
            <a:gsLst>
              <a:gs pos="0">
                <a:schemeClr val="bg1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-1244600" y="1409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latin typeface="+mn-ea"/>
            </a:endParaRPr>
          </a:p>
        </p:txBody>
      </p:sp>
      <p:sp>
        <p:nvSpPr>
          <p:cNvPr id="6" name="标题 22"/>
          <p:cNvSpPr txBox="1"/>
          <p:nvPr/>
        </p:nvSpPr>
        <p:spPr>
          <a:xfrm>
            <a:off x="382270" y="76835"/>
            <a:ext cx="11111865" cy="53530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智能系统产品体系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—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星辰平台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 rotWithShape="1">
          <a:blip r:embed="rId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7" t="15619" r="26633" b="22970"/>
          <a:stretch>
            <a:fillRect/>
          </a:stretch>
        </p:blipFill>
        <p:spPr>
          <a:xfrm>
            <a:off x="2213747" y="2780296"/>
            <a:ext cx="738345" cy="414387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7" t="15619" r="26633" b="22970"/>
          <a:stretch>
            <a:fillRect/>
          </a:stretch>
        </p:blipFill>
        <p:spPr>
          <a:xfrm>
            <a:off x="3275264" y="2776567"/>
            <a:ext cx="744741" cy="417977"/>
          </a:xfrm>
          <a:prstGeom prst="rect">
            <a:avLst/>
          </a:prstGeom>
        </p:spPr>
      </p:pic>
      <p:sp>
        <p:nvSpPr>
          <p:cNvPr id="44" name="TextBox 57"/>
          <p:cNvSpPr txBox="1">
            <a:spLocks noChangeArrowheads="1"/>
          </p:cNvSpPr>
          <p:nvPr/>
        </p:nvSpPr>
        <p:spPr bwMode="auto">
          <a:xfrm>
            <a:off x="2148795" y="3285896"/>
            <a:ext cx="798830" cy="229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indent="0" algn="l">
              <a:buNone/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OBUS-网关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5" name="TextBox 57"/>
          <p:cNvSpPr txBox="1">
            <a:spLocks noChangeArrowheads="1"/>
          </p:cNvSpPr>
          <p:nvPr/>
        </p:nvSpPr>
        <p:spPr bwMode="auto">
          <a:xfrm>
            <a:off x="3315985" y="3330709"/>
            <a:ext cx="69442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DALI</a:t>
            </a: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网关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57"/>
          <p:cNvSpPr txBox="1">
            <a:spLocks noChangeArrowheads="1"/>
          </p:cNvSpPr>
          <p:nvPr/>
        </p:nvSpPr>
        <p:spPr bwMode="auto">
          <a:xfrm>
            <a:off x="8937726" y="3306096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zh-CN" altLang="en-US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蓝牙</a:t>
            </a:r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/DALI</a:t>
            </a:r>
            <a:endParaRPr lang="en-US" altLang="zh-CN" sz="9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eaLnBrk="1" hangingPunct="1"/>
            <a:r>
              <a:rPr lang="zh-CN" altLang="en-US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混合网关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7" name="内容占位符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84" t="13766" r="24483" b="25044"/>
          <a:stretch>
            <a:fillRect/>
          </a:stretch>
        </p:blipFill>
        <p:spPr>
          <a:xfrm>
            <a:off x="2043560" y="3917550"/>
            <a:ext cx="1078719" cy="597600"/>
          </a:xfrm>
          <a:prstGeom prst="rect">
            <a:avLst/>
          </a:prstGeom>
        </p:spPr>
      </p:pic>
      <p:sp>
        <p:nvSpPr>
          <p:cNvPr id="48" name="TextBox 57"/>
          <p:cNvSpPr txBox="1">
            <a:spLocks noChangeArrowheads="1"/>
          </p:cNvSpPr>
          <p:nvPr/>
        </p:nvSpPr>
        <p:spPr bwMode="auto">
          <a:xfrm>
            <a:off x="7220818" y="4601443"/>
            <a:ext cx="116730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1000W</a:t>
            </a:r>
            <a:r>
              <a:rPr lang="zh-CN" altLang="en-US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蓝牙继电器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47" t="17315" r="29554" b="14086"/>
          <a:stretch>
            <a:fillRect/>
          </a:stretch>
        </p:blipFill>
        <p:spPr>
          <a:xfrm>
            <a:off x="7472747" y="6034645"/>
            <a:ext cx="537845" cy="555625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7" t="15619" r="26633" b="22970"/>
          <a:stretch>
            <a:fillRect/>
          </a:stretch>
        </p:blipFill>
        <p:spPr>
          <a:xfrm>
            <a:off x="4298486" y="2768693"/>
            <a:ext cx="744741" cy="417977"/>
          </a:xfrm>
          <a:prstGeom prst="rect">
            <a:avLst/>
          </a:prstGeom>
        </p:spPr>
      </p:pic>
      <p:sp>
        <p:nvSpPr>
          <p:cNvPr id="51" name="TextBox 57"/>
          <p:cNvSpPr txBox="1">
            <a:spLocks noChangeArrowheads="1"/>
          </p:cNvSpPr>
          <p:nvPr/>
        </p:nvSpPr>
        <p:spPr bwMode="auto">
          <a:xfrm>
            <a:off x="4317315" y="3312461"/>
            <a:ext cx="8499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indent="0" algn="ctr">
              <a:buNone/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OBUS/DALI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>
              <a:buNone/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混合网关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8067" y="3988304"/>
            <a:ext cx="843919" cy="454417"/>
          </a:xfrm>
          <a:prstGeom prst="rect">
            <a:avLst/>
          </a:prstGeom>
        </p:spPr>
      </p:pic>
      <p:sp>
        <p:nvSpPr>
          <p:cNvPr id="53" name="TextBox 57"/>
          <p:cNvSpPr txBox="1">
            <a:spLocks noChangeArrowheads="1"/>
          </p:cNvSpPr>
          <p:nvPr/>
        </p:nvSpPr>
        <p:spPr bwMode="auto">
          <a:xfrm>
            <a:off x="1987144" y="4556296"/>
            <a:ext cx="1390124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路开关量模块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47" t="7367" r="15632" b="16359"/>
          <a:stretch>
            <a:fillRect/>
          </a:stretch>
        </p:blipFill>
        <p:spPr>
          <a:xfrm>
            <a:off x="2000009" y="4837267"/>
            <a:ext cx="1165820" cy="661727"/>
          </a:xfrm>
          <a:prstGeom prst="rect">
            <a:avLst/>
          </a:prstGeom>
        </p:spPr>
      </p:pic>
      <p:sp>
        <p:nvSpPr>
          <p:cNvPr id="55" name="TextBox 57"/>
          <p:cNvSpPr txBox="1">
            <a:spLocks noChangeArrowheads="1"/>
          </p:cNvSpPr>
          <p:nvPr/>
        </p:nvSpPr>
        <p:spPr bwMode="auto">
          <a:xfrm>
            <a:off x="2106706" y="5552863"/>
            <a:ext cx="872490" cy="229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四合一传感器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47" t="7367" r="15632" b="16359"/>
          <a:stretch>
            <a:fillRect/>
          </a:stretch>
        </p:blipFill>
        <p:spPr>
          <a:xfrm>
            <a:off x="7269801" y="4898370"/>
            <a:ext cx="948055" cy="537845"/>
          </a:xfrm>
          <a:prstGeom prst="rect">
            <a:avLst/>
          </a:prstGeom>
        </p:spPr>
      </p:pic>
      <p:sp>
        <p:nvSpPr>
          <p:cNvPr id="57" name="TextBox 57"/>
          <p:cNvSpPr txBox="1">
            <a:spLocks noChangeArrowheads="1"/>
          </p:cNvSpPr>
          <p:nvPr/>
        </p:nvSpPr>
        <p:spPr bwMode="auto">
          <a:xfrm>
            <a:off x="7264001" y="5553256"/>
            <a:ext cx="872490" cy="229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四合一传感器</a:t>
            </a:r>
            <a:endParaRPr lang="en-US" altLang="zh-CN" sz="9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8935" y="4861857"/>
            <a:ext cx="922655" cy="598805"/>
          </a:xfrm>
          <a:prstGeom prst="rect">
            <a:avLst/>
          </a:prstGeom>
        </p:spPr>
      </p:pic>
      <p:pic>
        <p:nvPicPr>
          <p:cNvPr id="59" name="图片 58" descr="C:\Users\op054340\Documents\WXWork\1688852450787442\Cache\Image\2023-07\正面.png"/>
          <p:cNvPicPr>
            <a:picLocks noChangeAspect="1" noChangeArrowheads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07716" y="4841004"/>
            <a:ext cx="878205" cy="553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7"/>
          <p:cNvSpPr txBox="1">
            <a:spLocks noChangeArrowheads="1"/>
          </p:cNvSpPr>
          <p:nvPr/>
        </p:nvSpPr>
        <p:spPr bwMode="auto">
          <a:xfrm>
            <a:off x="8839754" y="5475151"/>
            <a:ext cx="7575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0" algn="ctr" eaLnBrk="1" hangingPunct="1">
              <a:buClrTx/>
              <a:buSzTx/>
              <a:buFontTx/>
            </a:pPr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人体存在</a:t>
            </a:r>
            <a:endParaRPr lang="en-US" altLang="zh-CN" sz="9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0" algn="ctr" eaLnBrk="1" hangingPunct="1">
              <a:buClrTx/>
              <a:buSzTx/>
              <a:buFontTx/>
            </a:pPr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照度传感器</a:t>
            </a:r>
            <a:endParaRPr lang="en-US" altLang="zh-CN" sz="9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1" name="TextBox 57"/>
          <p:cNvSpPr txBox="1">
            <a:spLocks noChangeArrowheads="1"/>
          </p:cNvSpPr>
          <p:nvPr/>
        </p:nvSpPr>
        <p:spPr bwMode="auto">
          <a:xfrm>
            <a:off x="10347244" y="5488486"/>
            <a:ext cx="7575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ClrTx/>
              <a:buSzTx/>
              <a:buNone/>
            </a:pPr>
            <a:r>
              <a:rPr lang="zh-CN" altLang="en-US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微波传感器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  <a:sym typeface="+mn-ea"/>
            </a:endParaRPr>
          </a:p>
          <a:p>
            <a:pPr algn="ctr" eaLnBrk="1" hangingPunct="1">
              <a:buClrTx/>
              <a:buSzTx/>
              <a:buNone/>
            </a:pPr>
            <a:r>
              <a:rPr lang="zh-CN" altLang="en-US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（高空）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pic>
        <p:nvPicPr>
          <p:cNvPr id="62" name="内容占位符 3"/>
          <p:cNvPicPr>
            <a:picLocks noChangeAspect="1"/>
          </p:cNvPicPr>
          <p:nvPr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83" t="16878" r="23496" b="21414"/>
          <a:stretch>
            <a:fillRect/>
          </a:stretch>
        </p:blipFill>
        <p:spPr>
          <a:xfrm>
            <a:off x="4125986" y="3905947"/>
            <a:ext cx="1089741" cy="597600"/>
          </a:xfrm>
          <a:prstGeom prst="rect">
            <a:avLst/>
          </a:prstGeom>
        </p:spPr>
      </p:pic>
      <p:sp>
        <p:nvSpPr>
          <p:cNvPr id="63" name="TextBox 57"/>
          <p:cNvSpPr txBox="1">
            <a:spLocks noChangeArrowheads="1"/>
          </p:cNvSpPr>
          <p:nvPr/>
        </p:nvSpPr>
        <p:spPr bwMode="auto">
          <a:xfrm>
            <a:off x="4130585" y="4580699"/>
            <a:ext cx="117532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</a:t>
            </a:r>
            <a:r>
              <a:rPr lang="en-US" altLang="zh-CN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0-10V</a:t>
            </a: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调光模块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57"/>
          <p:cNvSpPr txBox="1">
            <a:spLocks noChangeArrowheads="1"/>
          </p:cNvSpPr>
          <p:nvPr/>
        </p:nvSpPr>
        <p:spPr bwMode="auto">
          <a:xfrm>
            <a:off x="7411298" y="6567938"/>
            <a:ext cx="642620" cy="229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zh-CN" altLang="en-US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八键面板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pic>
        <p:nvPicPr>
          <p:cNvPr id="65" name="图片 64" descr="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69852" y="5900228"/>
            <a:ext cx="826135" cy="826135"/>
          </a:xfrm>
          <a:prstGeom prst="rect">
            <a:avLst/>
          </a:prstGeom>
        </p:spPr>
      </p:pic>
      <p:pic>
        <p:nvPicPr>
          <p:cNvPr id="66" name="文本框 28" descr="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5094" y="5915930"/>
            <a:ext cx="771525" cy="771525"/>
          </a:xfrm>
          <a:prstGeom prst="rect">
            <a:avLst/>
          </a:prstGeom>
          <a:noFill/>
        </p:spPr>
      </p:pic>
      <p:sp>
        <p:nvSpPr>
          <p:cNvPr id="67" name="TextBox 57"/>
          <p:cNvSpPr txBox="1">
            <a:spLocks noChangeArrowheads="1"/>
          </p:cNvSpPr>
          <p:nvPr/>
        </p:nvSpPr>
        <p:spPr bwMode="auto">
          <a:xfrm>
            <a:off x="2106706" y="6586301"/>
            <a:ext cx="97975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INNO-6</a:t>
            </a: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键面板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Box 57"/>
          <p:cNvSpPr txBox="1">
            <a:spLocks noChangeArrowheads="1"/>
          </p:cNvSpPr>
          <p:nvPr/>
        </p:nvSpPr>
        <p:spPr bwMode="auto">
          <a:xfrm>
            <a:off x="4152180" y="6561967"/>
            <a:ext cx="114486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INNO-6</a:t>
            </a: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键</a:t>
            </a:r>
            <a:r>
              <a:rPr lang="en-US" altLang="zh-CN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高清屏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1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161" y="4815850"/>
            <a:ext cx="707390" cy="681355"/>
          </a:xfrm>
          <a:prstGeom prst="rect">
            <a:avLst/>
          </a:prstGeom>
        </p:spPr>
      </p:pic>
      <p:sp>
        <p:nvSpPr>
          <p:cNvPr id="70" name="TextBox 57"/>
          <p:cNvSpPr txBox="1">
            <a:spLocks noChangeArrowheads="1"/>
          </p:cNvSpPr>
          <p:nvPr/>
        </p:nvSpPr>
        <p:spPr bwMode="auto">
          <a:xfrm>
            <a:off x="4037746" y="5574357"/>
            <a:ext cx="11576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buClrTx/>
              <a:buSzTx/>
              <a:buNone/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微波传感器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 eaLnBrk="1" hangingPunct="1">
              <a:buClrTx/>
              <a:buSzTx/>
              <a:buNone/>
            </a:pP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（高空</a:t>
            </a:r>
            <a:r>
              <a:rPr lang="en-US" altLang="zh-CN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近期上市）</a:t>
            </a:r>
            <a:endParaRPr lang="zh-CN" altLang="en-US" sz="9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588" y="3920017"/>
            <a:ext cx="632460" cy="601980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56" b="14538"/>
          <a:stretch>
            <a:fillRect/>
          </a:stretch>
        </p:blipFill>
        <p:spPr>
          <a:xfrm>
            <a:off x="10094782" y="3927857"/>
            <a:ext cx="1330960" cy="563245"/>
          </a:xfrm>
          <a:prstGeom prst="rect">
            <a:avLst/>
          </a:prstGeom>
        </p:spPr>
      </p:pic>
      <p:sp>
        <p:nvSpPr>
          <p:cNvPr id="73" name="TextBox 57"/>
          <p:cNvSpPr txBox="1">
            <a:spLocks noChangeArrowheads="1"/>
          </p:cNvSpPr>
          <p:nvPr/>
        </p:nvSpPr>
        <p:spPr bwMode="auto">
          <a:xfrm>
            <a:off x="8837813" y="4600676"/>
            <a:ext cx="94448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indent="0" algn="l">
              <a:buNone/>
            </a:pPr>
            <a:r>
              <a:rPr lang="zh-CN" sz="9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8路干接点模块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  <a:sym typeface="+mn-ea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0031962" y="4580284"/>
            <a:ext cx="1677388" cy="26960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蓝牙转</a:t>
            </a:r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DALI/-10V/</a:t>
            </a:r>
            <a:r>
              <a:rPr lang="zh-CN" altLang="en-US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可控硅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75" name="图片 74" descr="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33751" y="5904885"/>
            <a:ext cx="826135" cy="826135"/>
          </a:xfrm>
          <a:prstGeom prst="rect">
            <a:avLst/>
          </a:prstGeom>
        </p:spPr>
      </p:pic>
      <p:pic>
        <p:nvPicPr>
          <p:cNvPr id="76" name="文本框 28" descr="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74500" y="5920662"/>
            <a:ext cx="771525" cy="771525"/>
          </a:xfrm>
          <a:prstGeom prst="rect">
            <a:avLst/>
          </a:prstGeom>
          <a:noFill/>
        </p:spPr>
      </p:pic>
      <p:sp>
        <p:nvSpPr>
          <p:cNvPr id="77" name="TextBox 57"/>
          <p:cNvSpPr txBox="1">
            <a:spLocks noChangeArrowheads="1"/>
          </p:cNvSpPr>
          <p:nvPr/>
        </p:nvSpPr>
        <p:spPr bwMode="auto">
          <a:xfrm>
            <a:off x="8476535" y="6567938"/>
            <a:ext cx="97975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INNO-6</a:t>
            </a:r>
            <a:r>
              <a:rPr lang="zh-CN" altLang="en-US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键面板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TextBox 57"/>
          <p:cNvSpPr txBox="1">
            <a:spLocks noChangeArrowheads="1"/>
          </p:cNvSpPr>
          <p:nvPr/>
        </p:nvSpPr>
        <p:spPr bwMode="auto">
          <a:xfrm>
            <a:off x="9753516" y="6567938"/>
            <a:ext cx="114486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INNO-6</a:t>
            </a:r>
            <a:r>
              <a:rPr lang="zh-CN" altLang="en-US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键</a:t>
            </a:r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高清屏</a:t>
            </a:r>
            <a:endParaRPr lang="zh-CN" altLang="en-US" sz="9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3120413" y="2199461"/>
            <a:ext cx="2109351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lvl="0" algn="ctr">
              <a:buClrTx/>
              <a:buSzTx/>
              <a:buFontTx/>
              <a:defRPr sz="2000" b="1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物理总线连接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8421531" y="2196477"/>
            <a:ext cx="1717890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蓝牙无线信号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8" name="TextBox 57"/>
          <p:cNvSpPr txBox="1">
            <a:spLocks noChangeArrowheads="1"/>
          </p:cNvSpPr>
          <p:nvPr/>
        </p:nvSpPr>
        <p:spPr bwMode="auto">
          <a:xfrm>
            <a:off x="3303667" y="1122259"/>
            <a:ext cx="10823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zh-CN" altLang="ja-JP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公有云平台</a:t>
            </a:r>
            <a:endParaRPr lang="zh-CN" altLang="ja-JP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89" name="TextBox 57"/>
          <p:cNvSpPr txBox="1">
            <a:spLocks noChangeArrowheads="1"/>
          </p:cNvSpPr>
          <p:nvPr/>
        </p:nvSpPr>
        <p:spPr bwMode="auto">
          <a:xfrm>
            <a:off x="6657880" y="1063030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私有化部署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algn="ctr" eaLnBrk="1" hangingPunct="1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（客户提供软件）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94" name="TextBox 57"/>
          <p:cNvSpPr txBox="1">
            <a:spLocks noChangeArrowheads="1"/>
          </p:cNvSpPr>
          <p:nvPr/>
        </p:nvSpPr>
        <p:spPr bwMode="auto">
          <a:xfrm>
            <a:off x="10227618" y="1060155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边缘服务器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algn="ctr" eaLnBrk="1" hangingPunct="1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（标准智能硬件）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2270" y="856667"/>
            <a:ext cx="1497524" cy="701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软件平台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 lvl="0" algn="ctr">
              <a:lnSpc>
                <a:spcPct val="115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（云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本地）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8474" y="2907958"/>
            <a:ext cx="1185843" cy="38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网关类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0535" y="3949662"/>
            <a:ext cx="1101720" cy="38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控制类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961" y="4991366"/>
            <a:ext cx="1014868" cy="38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感应类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7110" y="6033071"/>
            <a:ext cx="1168571" cy="38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智能面板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00" name="图片 99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4753" b="96483" l="5140" r="97664">
                        <a14:foregroundMark x1="79206" y1="24335" x2="79206" y2="24335"/>
                        <a14:foregroundMark x1="79439" y1="31749" x2="79439" y2="31749"/>
                        <a14:foregroundMark x1="72547" y1="24715" x2="72547" y2="24715"/>
                        <a14:foregroundMark x1="73014" y1="14639" x2="73014" y2="14639"/>
                        <a14:foregroundMark x1="69860" y1="6369" x2="69860" y2="6369"/>
                        <a14:foregroundMark x1="60164" y1="4753" x2="60164" y2="4753"/>
                        <a14:foregroundMark x1="45794" y1="5798" x2="45794" y2="5798"/>
                        <a14:foregroundMark x1="9579" y1="11597" x2="9579" y2="11597"/>
                        <a14:foregroundMark x1="8879" y1="22338" x2="8879" y2="22338"/>
                        <a14:foregroundMark x1="76051" y1="65589" x2="76051" y2="65589"/>
                        <a14:foregroundMark x1="73832" y1="83175" x2="73832" y2="83175"/>
                        <a14:foregroundMark x1="46495" y1="94297" x2="46495" y2="94297"/>
                        <a14:foregroundMark x1="29673" y1="94487" x2="29673" y2="94487"/>
                        <a14:foregroundMark x1="91355" y1="73479" x2="91355" y2="73479"/>
                        <a14:foregroundMark x1="93575" y1="86977" x2="93575" y2="86977"/>
                        <a14:foregroundMark x1="97780" y1="87357" x2="97780" y2="87357"/>
                        <a14:foregroundMark x1="42991" y1="96483" x2="42991" y2="96483"/>
                        <a14:foregroundMark x1="5140" y1="95057" x2="5140" y2="95057"/>
                        <a14:backgroundMark x1="75000" y1="93821" x2="75000" y2="93821"/>
                        <a14:backgroundMark x1="72547" y1="95057" x2="72547" y2="95057"/>
                        <a14:backgroundMark x1="44977" y1="97719" x2="44977" y2="97719"/>
                        <a14:backgroundMark x1="35631" y1="97433" x2="35631" y2="97433"/>
                        <a14:backgroundMark x1="33178" y1="96483" x2="33178" y2="96483"/>
                        <a14:backgroundMark x1="35164" y1="97909" x2="35164" y2="97909"/>
                        <a14:backgroundMark x1="42056" y1="97909" x2="42056" y2="97909"/>
                        <a14:backgroundMark x1="71028" y1="94297" x2="71028" y2="94297"/>
                        <a14:backgroundMark x1="69276" y1="95247" x2="69276" y2="95247"/>
                        <a14:backgroundMark x1="69860" y1="94487" x2="69860" y2="944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73954" y="820615"/>
            <a:ext cx="749455" cy="921599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6119" b="97612" l="2069" r="98046">
                        <a14:foregroundMark x1="7126" y1="36866" x2="7126" y2="36866"/>
                        <a14:foregroundMark x1="5517" y1="52537" x2="5517" y2="52537"/>
                        <a14:foregroundMark x1="2069" y1="55075" x2="2069" y2="55075"/>
                        <a14:foregroundMark x1="24483" y1="92687" x2="24483" y2="92687"/>
                        <a14:foregroundMark x1="24598" y1="97612" x2="24598" y2="97612"/>
                        <a14:foregroundMark x1="92759" y1="41343" x2="92759" y2="41343"/>
                        <a14:foregroundMark x1="98046" y1="45075" x2="98046" y2="45075"/>
                        <a14:foregroundMark x1="63333" y1="11045" x2="63333" y2="11045"/>
                        <a14:foregroundMark x1="60575" y1="6119" x2="60575" y2="6119"/>
                        <a14:foregroundMark x1="46322" y1="11642" x2="46322" y2="11642"/>
                        <a14:foregroundMark x1="44138" y1="12388" x2="44138" y2="12388"/>
                        <a14:foregroundMark x1="38736" y1="14179" x2="38736" y2="14179"/>
                        <a14:foregroundMark x1="98046" y1="57612" x2="98046" y2="57612"/>
                        <a14:backgroundMark x1="5862" y1="59104" x2="5862" y2="59104"/>
                        <a14:backgroundMark x1="5632" y1="59104" x2="5632" y2="59104"/>
                        <a14:backgroundMark x1="4483" y1="57463" x2="4483" y2="57463"/>
                        <a14:backgroundMark x1="19770" y1="86119" x2="19770" y2="86119"/>
                        <a14:backgroundMark x1="20920" y1="88060" x2="20920" y2="8806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21071" y="953332"/>
            <a:ext cx="916694" cy="70222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4505" b="94595" l="3376" r="96203">
                        <a14:foregroundMark x1="43460" y1="82883" x2="43460" y2="82883"/>
                        <a14:foregroundMark x1="47679" y1="82883" x2="47679" y2="82883"/>
                        <a14:foregroundMark x1="50633" y1="87387" x2="50633" y2="87387"/>
                        <a14:foregroundMark x1="57806" y1="92793" x2="57806" y2="92793"/>
                        <a14:foregroundMark x1="49789" y1="84234" x2="49789" y2="84234"/>
                        <a14:foregroundMark x1="5907" y1="45495" x2="5907" y2="45495"/>
                        <a14:foregroundMark x1="58228" y1="4505" x2="58228" y2="4505"/>
                        <a14:foregroundMark x1="66667" y1="8108" x2="66667" y2="8108"/>
                        <a14:foregroundMark x1="79325" y1="8108" x2="79325" y2="8108"/>
                        <a14:foregroundMark x1="94093" y1="14414" x2="94093" y2="14414"/>
                        <a14:foregroundMark x1="83544" y1="72973" x2="83544" y2="72973"/>
                        <a14:foregroundMark x1="78059" y1="74775" x2="78059" y2="74775"/>
                        <a14:foregroundMark x1="59072" y1="90541" x2="59072" y2="90541"/>
                        <a14:foregroundMark x1="56118" y1="80631" x2="56118" y2="80631"/>
                        <a14:foregroundMark x1="47679" y1="80631" x2="47679" y2="80631"/>
                        <a14:foregroundMark x1="43460" y1="91892" x2="43460" y2="91892"/>
                        <a14:foregroundMark x1="35865" y1="94144" x2="35865" y2="94144"/>
                        <a14:foregroundMark x1="27426" y1="94144" x2="27426" y2="94144"/>
                        <a14:foregroundMark x1="67932" y1="92793" x2="67932" y2="92793"/>
                        <a14:foregroundMark x1="74262" y1="94144" x2="74262" y2="94144"/>
                        <a14:foregroundMark x1="89873" y1="75225" x2="89873" y2="75225"/>
                        <a14:foregroundMark x1="94093" y1="71622" x2="94093" y2="71622"/>
                        <a14:foregroundMark x1="94093" y1="52252" x2="94093" y2="52252"/>
                        <a14:foregroundMark x1="96624" y1="36036" x2="96624" y2="36036"/>
                        <a14:foregroundMark x1="95359" y1="25225" x2="95359" y2="25225"/>
                        <a14:foregroundMark x1="74262" y1="5856" x2="74262" y2="5856"/>
                        <a14:foregroundMark x1="46414" y1="5856" x2="46414" y2="5856"/>
                        <a14:foregroundMark x1="38819" y1="5405" x2="38819" y2="5405"/>
                        <a14:foregroundMark x1="30802" y1="94144" x2="30802" y2="94144"/>
                        <a14:foregroundMark x1="22363" y1="94595" x2="22363" y2="94595"/>
                        <a14:foregroundMark x1="22363" y1="7658" x2="22363" y2="765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87948" y="802901"/>
            <a:ext cx="947422" cy="887458"/>
          </a:xfrm>
          <a:prstGeom prst="rect">
            <a:avLst/>
          </a:prstGeom>
        </p:spPr>
      </p:pic>
      <p:pic>
        <p:nvPicPr>
          <p:cNvPr id="107" name="图片 10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807749" y="2554248"/>
            <a:ext cx="910876" cy="82930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539855" y="2693458"/>
            <a:ext cx="917239" cy="809442"/>
            <a:chOff x="4516922" y="2756748"/>
            <a:chExt cx="917239" cy="809442"/>
          </a:xfrm>
        </p:grpSpPr>
        <p:sp>
          <p:nvSpPr>
            <p:cNvPr id="106" name="TextBox 57"/>
            <p:cNvSpPr txBox="1">
              <a:spLocks noChangeArrowheads="1"/>
            </p:cNvSpPr>
            <p:nvPr/>
          </p:nvSpPr>
          <p:spPr bwMode="auto">
            <a:xfrm>
              <a:off x="4516922" y="3335358"/>
              <a:ext cx="917239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9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DMX512</a:t>
              </a:r>
              <a:r>
                <a:rPr lang="zh-CN" altLang="en-US" sz="9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主机</a:t>
              </a:r>
              <a:endPara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08" name="图片 107"/>
            <p:cNvPicPr/>
            <p:nvPr/>
          </p:nvPicPr>
          <p:blipFill>
            <a:blip r:embed="rId25">
              <a:extLst>
                <a:ext uri="{BEBA8EAE-BF5A-486C-A8C5-ECC9F3942E4B}">
                  <a14:imgProps xmlns:a14="http://schemas.microsoft.com/office/drawing/2010/main">
                    <a14:imgLayer r:embed="rId26">
                      <a14:imgEffect>
                        <a14:backgroundRemoval t="9896" b="89931" l="2965" r="96807">
                          <a14:foregroundMark x1="8324" y1="52951" x2="8324" y2="52951"/>
                          <a14:foregroundMark x1="2965" y1="48264" x2="2965" y2="48264"/>
                          <a14:foregroundMark x1="92702" y1="41319" x2="92702" y2="41319"/>
                          <a14:foregroundMark x1="96807" y1="46354" x2="96807" y2="4635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74157" y="2756748"/>
              <a:ext cx="798831" cy="52468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" name="组合 8"/>
          <p:cNvGrpSpPr/>
          <p:nvPr/>
        </p:nvGrpSpPr>
        <p:grpSpPr>
          <a:xfrm>
            <a:off x="5496113" y="3936201"/>
            <a:ext cx="1032655" cy="809442"/>
            <a:chOff x="4348301" y="3943915"/>
            <a:chExt cx="1032655" cy="809442"/>
          </a:xfrm>
        </p:grpSpPr>
        <p:sp>
          <p:nvSpPr>
            <p:cNvPr id="109" name="TextBox 57"/>
            <p:cNvSpPr txBox="1">
              <a:spLocks noChangeArrowheads="1"/>
            </p:cNvSpPr>
            <p:nvPr/>
          </p:nvSpPr>
          <p:spPr bwMode="auto">
            <a:xfrm>
              <a:off x="4348301" y="4522525"/>
              <a:ext cx="1032655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9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DMX512</a:t>
              </a:r>
              <a:r>
                <a:rPr lang="zh-CN" altLang="en-US" sz="9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分控机</a:t>
              </a:r>
              <a:endParaRPr lang="zh-CN" altLang="en-US" sz="9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10" name="图片 109"/>
            <p:cNvPicPr/>
            <p:nvPr/>
          </p:nvPicPr>
          <p:blipFill>
            <a:blip r:embed="rId25">
              <a:extLst>
                <a:ext uri="{BEBA8EAE-BF5A-486C-A8C5-ECC9F3942E4B}">
                  <a14:imgProps xmlns:a14="http://schemas.microsoft.com/office/drawing/2010/main">
                    <a14:imgLayer r:embed="rId26">
                      <a14:imgEffect>
                        <a14:backgroundRemoval t="9896" b="89931" l="2965" r="96807">
                          <a14:foregroundMark x1="8324" y1="52951" x2="8324" y2="52951"/>
                          <a14:foregroundMark x1="2965" y1="48264" x2="2965" y2="48264"/>
                          <a14:foregroundMark x1="92702" y1="41319" x2="92702" y2="41319"/>
                          <a14:foregroundMark x1="96807" y1="46354" x2="96807" y2="4635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463244" y="3943915"/>
              <a:ext cx="798831" cy="52468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文本框 112"/>
          <p:cNvSpPr txBox="1"/>
          <p:nvPr/>
        </p:nvSpPr>
        <p:spPr>
          <a:xfrm>
            <a:off x="4323376" y="5394687"/>
            <a:ext cx="60578" cy="1211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114" name="组合 113"/>
          <p:cNvGrpSpPr/>
          <p:nvPr/>
        </p:nvGrpSpPr>
        <p:grpSpPr>
          <a:xfrm>
            <a:off x="5512187" y="5900228"/>
            <a:ext cx="1032654" cy="652611"/>
            <a:chOff x="3209437" y="5107450"/>
            <a:chExt cx="1599542" cy="1010870"/>
          </a:xfrm>
        </p:grpSpPr>
        <p:pic>
          <p:nvPicPr>
            <p:cNvPr id="115" name="图片 114"/>
            <p:cNvPicPr>
              <a:picLocks noChangeAspect="1"/>
            </p:cNvPicPr>
            <p:nvPr/>
          </p:nvPicPr>
          <p:blipFill>
            <a:blip r:embed="rId27">
              <a:extLst>
                <a:ext uri="{BEBA8EAE-BF5A-486C-A8C5-ECC9F3942E4B}">
                  <a14:imgProps xmlns:a14="http://schemas.microsoft.com/office/drawing/2010/main">
                    <a14:imgLayer r:embed="rId28">
                      <a14:imgEffect>
                        <a14:backgroundRemoval t="10000" b="90000" l="6711" r="93736">
                          <a14:foregroundMark x1="6935" y1="56538" x2="6935" y2="56538"/>
                          <a14:foregroundMark x1="93736" y1="34231" x2="93736" y2="34231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309159" y="5107450"/>
              <a:ext cx="1372480" cy="798310"/>
            </a:xfrm>
            <a:prstGeom prst="rect">
              <a:avLst/>
            </a:prstGeom>
          </p:spPr>
        </p:pic>
        <p:sp>
          <p:nvSpPr>
            <p:cNvPr id="116" name="文本框 115"/>
            <p:cNvSpPr txBox="1"/>
            <p:nvPr/>
          </p:nvSpPr>
          <p:spPr>
            <a:xfrm>
              <a:off x="3415134" y="5760770"/>
              <a:ext cx="118814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zh-CN"/>
              </a:defPPr>
              <a:lvl1pPr algn="ctr">
                <a:buClrTx/>
                <a:buSzTx/>
                <a:buNone/>
                <a:defRPr kumimoji="1" sz="9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  <a:lvl2pPr marL="742950" indent="-285750" eaLnBrk="0" hangingPunct="0">
                <a:defRPr kumimoji="1"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kumimoji="1"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kumimoji="1"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kumimoji="1"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dirty="0"/>
                <a:t>DMX512</a:t>
              </a:r>
              <a:r>
                <a:rPr lang="zh-CN" altLang="en-US" dirty="0"/>
                <a:t>放大器</a:t>
              </a:r>
              <a:endParaRPr lang="zh-CN" altLang="en-US" dirty="0"/>
            </a:p>
          </p:txBody>
        </p:sp>
      </p:grpSp>
      <p:cxnSp>
        <p:nvCxnSpPr>
          <p:cNvPr id="19" name="直接连接符 18"/>
          <p:cNvCxnSpPr/>
          <p:nvPr/>
        </p:nvCxnSpPr>
        <p:spPr>
          <a:xfrm>
            <a:off x="5394312" y="2701174"/>
            <a:ext cx="0" cy="3925748"/>
          </a:xfrm>
          <a:prstGeom prst="line">
            <a:avLst/>
          </a:prstGeom>
          <a:ln>
            <a:solidFill>
              <a:srgbClr val="A10914">
                <a:alpha val="43137"/>
              </a:srgb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组合 78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80" name="图形 79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81" name="图形 80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82" name="图形 81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85" name="图形 84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86" name="图形 85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87" name="图形 86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90" name="图形 89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91" name="图形 90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92" name="图形 91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93" name="图形 92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95" name="图形 94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96" name="图形 95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97" name="图形 96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101" name="图形 100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103" name="图形 102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105" name="图形 104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-1244600" y="1409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latin typeface="+mn-ea"/>
            </a:endParaRPr>
          </a:p>
        </p:txBody>
      </p:sp>
      <p:sp>
        <p:nvSpPr>
          <p:cNvPr id="6" name="标题 22"/>
          <p:cNvSpPr txBox="1"/>
          <p:nvPr/>
        </p:nvSpPr>
        <p:spPr>
          <a:xfrm>
            <a:off x="382270" y="76835"/>
            <a:ext cx="11111865" cy="53530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商用智能系统产品体系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—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星辰平台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6445"/>
            <a:ext cx="12192000" cy="609155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6725285" y="5941695"/>
            <a:ext cx="1374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室内项目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10739120" y="5941695"/>
            <a:ext cx="1374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室内外项目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10" name="图形 9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11" name="图形 10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12" name="图形 1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13" name="图形 12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14" name="图形 13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15" name="图形 14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16" name="图形 15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-1244600" y="1409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latin typeface="+mn-ea"/>
            </a:endParaRPr>
          </a:p>
        </p:txBody>
      </p:sp>
      <p:sp>
        <p:nvSpPr>
          <p:cNvPr id="6" name="标题 22"/>
          <p:cNvSpPr txBox="1"/>
          <p:nvPr/>
        </p:nvSpPr>
        <p:spPr>
          <a:xfrm>
            <a:off x="154605" y="90229"/>
            <a:ext cx="11111865" cy="59817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GB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展示更全面：提供从单空间至城市级维度的一屏数据全景展示</a:t>
            </a:r>
            <a:endParaRPr kumimoji="1" lang="zh-CN" altLang="en-GB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39"/>
            <a:ext cx="12192000" cy="6851922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8" name="图形 7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10" name="图形 9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11" name="图形 10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12" name="图形 11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13" name="图形 12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14" name="图形 13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15" name="图形 14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16" name="图形 15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18" name="图形 17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19" name="图形 18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-1244600" y="1409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latin typeface="+mn-ea"/>
            </a:endParaRPr>
          </a:p>
        </p:txBody>
      </p:sp>
      <p:sp>
        <p:nvSpPr>
          <p:cNvPr id="6" name="标题 22"/>
          <p:cNvSpPr txBox="1"/>
          <p:nvPr/>
        </p:nvSpPr>
        <p:spPr>
          <a:xfrm>
            <a:off x="382270" y="76835"/>
            <a:ext cx="11111865" cy="53530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欧普平台智能拓扑图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597" y="941200"/>
            <a:ext cx="8687210" cy="5727954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10" name="图形 9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11" name="图形 10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13" name="图形 12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14" name="图形 13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15" name="图形 14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16" name="图形 15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18" name="图形 17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19" name="图形 18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-1244600" y="1409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latin typeface="+mn-ea"/>
            </a:endParaRPr>
          </a:p>
        </p:txBody>
      </p:sp>
      <p:sp>
        <p:nvSpPr>
          <p:cNvPr id="6" name="标题 22"/>
          <p:cNvSpPr txBox="1"/>
          <p:nvPr/>
        </p:nvSpPr>
        <p:spPr>
          <a:xfrm>
            <a:off x="382270" y="76835"/>
            <a:ext cx="11111865" cy="53530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智能组网照度管理逻辑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9586" y="730294"/>
            <a:ext cx="8986364" cy="1941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照度管理控制逻辑：</a:t>
            </a:r>
            <a:b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设备响应：照度传感器提供校对环境数据，综合比对多点采集数据计算灯具亮度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变化逻辑：照度采集周期为实时采集，并</a:t>
            </a:r>
            <a:r>
              <a:rPr lang="zh-CN" altLang="en-US" sz="1600" b="1" dirty="0">
                <a:solidFill>
                  <a:srgbClr val="A10914"/>
                </a:solidFill>
                <a:latin typeface="微软雅黑" panose="020B0503020204020204" charset="-122"/>
                <a:ea typeface="微软雅黑" panose="020B0503020204020204" charset="-122"/>
              </a:rPr>
              <a:t>持续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做平均数计算，在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秒左右灯具做</a:t>
            </a:r>
            <a:r>
              <a:rPr lang="zh-CN" altLang="en-US" sz="1600" b="1" dirty="0">
                <a:solidFill>
                  <a:srgbClr val="A10914"/>
                </a:solidFill>
                <a:latin typeface="微软雅黑" panose="020B0503020204020204" charset="-122"/>
                <a:ea typeface="微软雅黑" panose="020B0503020204020204" charset="-122"/>
              </a:rPr>
              <a:t>缓慢亮度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变化过度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传感器布置：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个点以上的</a:t>
            </a:r>
            <a:r>
              <a:rPr lang="zh-CN" altLang="en-US" sz="1600" b="1" dirty="0">
                <a:solidFill>
                  <a:srgbClr val="A10914"/>
                </a:solidFill>
                <a:latin typeface="微软雅黑" panose="020B0503020204020204" charset="-122"/>
                <a:ea typeface="微软雅黑" panose="020B0503020204020204" charset="-122"/>
              </a:rPr>
              <a:t>照度采集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做平均计算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2572" y="2645964"/>
            <a:ext cx="5262979" cy="8336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A10914"/>
                </a:solidFill>
                <a:latin typeface="微软雅黑" panose="020B0503020204020204" charset="-122"/>
                <a:ea typeface="微软雅黑" panose="020B0503020204020204" charset="-122"/>
              </a:rPr>
              <a:t>本地化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自学习控制逻辑（人来灯亮，人走灯灭）：</a:t>
            </a:r>
            <a:b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</a:b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3792263" y="3958523"/>
            <a:ext cx="363894" cy="363894"/>
          </a:xfrm>
          <a:prstGeom prst="ellipse">
            <a:avLst/>
          </a:prstGeom>
          <a:solidFill>
            <a:srgbClr val="321BA8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5063993" y="3958523"/>
            <a:ext cx="363894" cy="363894"/>
          </a:xfrm>
          <a:prstGeom prst="ellipse">
            <a:avLst/>
          </a:prstGeom>
          <a:solidFill>
            <a:srgbClr val="321BA8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7607453" y="3958523"/>
            <a:ext cx="363894" cy="363894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297555" y="3485350"/>
            <a:ext cx="825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亮灯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19181" y="3514081"/>
            <a:ext cx="562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亮灯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775523" y="3513226"/>
            <a:ext cx="562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亮灯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2520533" y="3958523"/>
            <a:ext cx="363894" cy="363894"/>
          </a:xfrm>
          <a:prstGeom prst="ellipse">
            <a:avLst/>
          </a:prstGeom>
          <a:solidFill>
            <a:srgbClr val="321BA8">
              <a:alpha val="23137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408276" y="3485350"/>
            <a:ext cx="9985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准备灭灯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248803" y="3958523"/>
            <a:ext cx="363894" cy="363894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086450" y="3513226"/>
            <a:ext cx="825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灭灯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341590" y="3485349"/>
            <a:ext cx="825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准备亮灯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形 3" descr="步行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0612" y="4867098"/>
            <a:ext cx="1567378" cy="1567378"/>
          </a:xfrm>
          <a:prstGeom prst="rect">
            <a:avLst/>
          </a:prstGeom>
        </p:spPr>
      </p:pic>
      <p:pic>
        <p:nvPicPr>
          <p:cNvPr id="42" name="图形 41" descr="步行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0088" y="4824851"/>
            <a:ext cx="1567378" cy="1567378"/>
          </a:xfrm>
          <a:prstGeom prst="rect">
            <a:avLst/>
          </a:prstGeom>
        </p:spPr>
      </p:pic>
      <p:sp>
        <p:nvSpPr>
          <p:cNvPr id="43" name="椭圆 42"/>
          <p:cNvSpPr/>
          <p:nvPr/>
        </p:nvSpPr>
        <p:spPr>
          <a:xfrm>
            <a:off x="8879183" y="3958523"/>
            <a:ext cx="363894" cy="363894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8721291" y="3479356"/>
            <a:ext cx="825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未亮灯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10150915" y="3958523"/>
            <a:ext cx="363894" cy="363894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985239" y="3479356"/>
            <a:ext cx="825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未亮灯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632253" y="5093925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行走速度</a:t>
            </a:r>
            <a:r>
              <a:rPr lang="en-US" altLang="zh-CN" b="1" dirty="0"/>
              <a:t>V</a:t>
            </a:r>
            <a:endParaRPr lang="zh-CN" altLang="en-US" b="1" dirty="0"/>
          </a:p>
        </p:txBody>
      </p:sp>
      <p:pic>
        <p:nvPicPr>
          <p:cNvPr id="50" name="图形 49" descr="箭头轻微弯曲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7210621">
            <a:off x="9858025" y="5003969"/>
            <a:ext cx="476653" cy="476653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8005229" y="5688246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亮灯速度与数量</a:t>
            </a:r>
            <a:r>
              <a:rPr lang="en-US" altLang="zh-CN" b="1" dirty="0"/>
              <a:t>S</a:t>
            </a:r>
            <a:endParaRPr lang="zh-CN" altLang="en-US" b="1" dirty="0"/>
          </a:p>
        </p:txBody>
      </p:sp>
      <p:pic>
        <p:nvPicPr>
          <p:cNvPr id="52" name="图形 51" descr="箭头轻微弯曲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7210621">
            <a:off x="9858025" y="5618604"/>
            <a:ext cx="476653" cy="476653"/>
          </a:xfrm>
          <a:prstGeom prst="rect">
            <a:avLst/>
          </a:prstGeom>
        </p:spPr>
      </p:pic>
      <p:pic>
        <p:nvPicPr>
          <p:cNvPr id="54" name="图形 53" descr="带齿轮的头部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22854" y="6188105"/>
            <a:ext cx="577705" cy="577705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8310147" y="626903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记录用户习惯</a:t>
            </a:r>
            <a:endParaRPr lang="zh-CN" altLang="en-US" b="1" dirty="0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79" b="89809" l="4375" r="92292">
                        <a14:foregroundMark x1="7917" y1="34820" x2="7917" y2="34820"/>
                        <a14:foregroundMark x1="92292" y1="35032" x2="92292" y2="35032"/>
                        <a14:foregroundMark x1="25625" y1="46072" x2="25625" y2="46072"/>
                        <a14:foregroundMark x1="4375" y1="35244" x2="4375" y2="35244"/>
                        <a14:foregroundMark x1="39167" y1="64544" x2="39167" y2="64544"/>
                        <a14:foregroundMark x1="48958" y1="85987" x2="48750" y2="85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19930" y="3790959"/>
            <a:ext cx="282292" cy="276999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79" b="89809" l="4375" r="92292">
                        <a14:foregroundMark x1="7917" y1="34820" x2="7917" y2="34820"/>
                        <a14:foregroundMark x1="92292" y1="35032" x2="92292" y2="35032"/>
                        <a14:foregroundMark x1="25625" y1="46072" x2="25625" y2="46072"/>
                        <a14:foregroundMark x1="4375" y1="35244" x2="4375" y2="35244"/>
                        <a14:foregroundMark x1="39167" y1="64544" x2="39167" y2="64544"/>
                        <a14:foregroundMark x1="48958" y1="85987" x2="48750" y2="85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15009" y="3828460"/>
            <a:ext cx="282292" cy="276999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79" b="89809" l="4375" r="92292">
                        <a14:foregroundMark x1="7917" y1="34820" x2="7917" y2="34820"/>
                        <a14:foregroundMark x1="92292" y1="35032" x2="92292" y2="35032"/>
                        <a14:foregroundMark x1="25625" y1="46072" x2="25625" y2="46072"/>
                        <a14:foregroundMark x1="4375" y1="35244" x2="4375" y2="35244"/>
                        <a14:foregroundMark x1="39167" y1="64544" x2="39167" y2="64544"/>
                        <a14:foregroundMark x1="48958" y1="85987" x2="48750" y2="85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77754" y="3828460"/>
            <a:ext cx="282292" cy="276999"/>
          </a:xfrm>
          <a:prstGeom prst="rect">
            <a:avLst/>
          </a:prstGeom>
        </p:spPr>
      </p:pic>
      <p:sp>
        <p:nvSpPr>
          <p:cNvPr id="35" name="椭圆 34"/>
          <p:cNvSpPr/>
          <p:nvPr/>
        </p:nvSpPr>
        <p:spPr>
          <a:xfrm>
            <a:off x="6335723" y="3958523"/>
            <a:ext cx="363894" cy="363894"/>
          </a:xfrm>
          <a:prstGeom prst="ellipse">
            <a:avLst/>
          </a:prstGeom>
          <a:solidFill>
            <a:srgbClr val="321BA8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37" name="图形 36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38" name="图形 37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47" name="图形 46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49" name="图形 48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53" name="图形 52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56" name="图形 55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57" name="图形 56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58" name="图形 57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59" name="图形 58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60" name="图形 59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61" name="图形 60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62" name="图形 61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63" name="图形 62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64" name="图形 63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65" name="图形 64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66" name="图形 65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标题 22"/>
          <p:cNvSpPr txBox="1"/>
          <p:nvPr/>
        </p:nvSpPr>
        <p:spPr>
          <a:xfrm>
            <a:off x="382270" y="76835"/>
            <a:ext cx="11111865" cy="53530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智能组网系统通讯机制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9585" y="730294"/>
            <a:ext cx="10974550" cy="920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Mesh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组网结构（</a:t>
            </a:r>
            <a:r>
              <a:rPr lang="zh-CN" altLang="en-US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分级权限管理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），多节点交叉发送指令，并对收到数据进行多次校对</a:t>
            </a:r>
            <a:endParaRPr lang="en-US" altLang="zh-CN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智能调频技术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智能避开应用较多的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信道堵塞的</a:t>
            </a:r>
            <a:r>
              <a:rPr lang="zh-CN" altLang="en-US" sz="16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通信频段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，选择最佳通信频段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683632" y="4476055"/>
            <a:ext cx="363894" cy="363894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961427" y="3127314"/>
            <a:ext cx="363894" cy="363894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3001453" y="4647537"/>
            <a:ext cx="363894" cy="363894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1665952" y="5654535"/>
            <a:ext cx="363894" cy="363894"/>
          </a:xfrm>
          <a:prstGeom prst="ellipse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3852458" y="5942447"/>
            <a:ext cx="363894" cy="363894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4232185" y="2945367"/>
            <a:ext cx="363894" cy="363894"/>
          </a:xfrm>
          <a:prstGeom prst="ellipse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4767814" y="4322012"/>
            <a:ext cx="363894" cy="363894"/>
          </a:xfrm>
          <a:prstGeom prst="ellipse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5131708" y="5555762"/>
            <a:ext cx="363894" cy="363894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>
            <a:stCxn id="33" idx="7"/>
            <a:endCxn id="34" idx="3"/>
          </p:cNvCxnSpPr>
          <p:nvPr/>
        </p:nvCxnSpPr>
        <p:spPr>
          <a:xfrm flipV="1">
            <a:off x="994235" y="3437917"/>
            <a:ext cx="1020483" cy="1091429"/>
          </a:xfrm>
          <a:prstGeom prst="line">
            <a:avLst/>
          </a:prstGeom>
          <a:ln>
            <a:solidFill>
              <a:srgbClr val="E0465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34" idx="5"/>
            <a:endCxn id="35" idx="1"/>
          </p:cNvCxnSpPr>
          <p:nvPr/>
        </p:nvCxnSpPr>
        <p:spPr>
          <a:xfrm>
            <a:off x="2272030" y="3437917"/>
            <a:ext cx="782714" cy="1262911"/>
          </a:xfrm>
          <a:prstGeom prst="line">
            <a:avLst/>
          </a:prstGeom>
          <a:ln>
            <a:solidFill>
              <a:srgbClr val="E0465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stCxn id="35" idx="7"/>
            <a:endCxn id="38" idx="3"/>
          </p:cNvCxnSpPr>
          <p:nvPr/>
        </p:nvCxnSpPr>
        <p:spPr>
          <a:xfrm flipV="1">
            <a:off x="3312056" y="3255970"/>
            <a:ext cx="973420" cy="1444858"/>
          </a:xfrm>
          <a:prstGeom prst="line">
            <a:avLst/>
          </a:prstGeom>
          <a:ln>
            <a:solidFill>
              <a:srgbClr val="E0465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38" idx="5"/>
            <a:endCxn id="47" idx="0"/>
          </p:cNvCxnSpPr>
          <p:nvPr/>
        </p:nvCxnSpPr>
        <p:spPr>
          <a:xfrm>
            <a:off x="4542788" y="3255970"/>
            <a:ext cx="406973" cy="1066042"/>
          </a:xfrm>
          <a:prstGeom prst="line">
            <a:avLst/>
          </a:prstGeom>
          <a:ln>
            <a:solidFill>
              <a:srgbClr val="E0465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>
            <a:stCxn id="47" idx="5"/>
            <a:endCxn id="49" idx="0"/>
          </p:cNvCxnSpPr>
          <p:nvPr/>
        </p:nvCxnSpPr>
        <p:spPr>
          <a:xfrm>
            <a:off x="5078417" y="4632615"/>
            <a:ext cx="235238" cy="923147"/>
          </a:xfrm>
          <a:prstGeom prst="line">
            <a:avLst/>
          </a:prstGeom>
          <a:ln>
            <a:solidFill>
              <a:srgbClr val="E0465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35" idx="5"/>
            <a:endCxn id="37" idx="1"/>
          </p:cNvCxnSpPr>
          <p:nvPr/>
        </p:nvCxnSpPr>
        <p:spPr>
          <a:xfrm>
            <a:off x="3312056" y="4958140"/>
            <a:ext cx="593693" cy="1037598"/>
          </a:xfrm>
          <a:prstGeom prst="line">
            <a:avLst/>
          </a:prstGeom>
          <a:ln>
            <a:solidFill>
              <a:srgbClr val="E046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36" idx="7"/>
            <a:endCxn id="35" idx="3"/>
          </p:cNvCxnSpPr>
          <p:nvPr/>
        </p:nvCxnSpPr>
        <p:spPr>
          <a:xfrm flipV="1">
            <a:off x="1976555" y="4958140"/>
            <a:ext cx="1078189" cy="749686"/>
          </a:xfrm>
          <a:prstGeom prst="line">
            <a:avLst/>
          </a:prstGeom>
          <a:ln>
            <a:solidFill>
              <a:srgbClr val="E0465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34" idx="4"/>
            <a:endCxn id="36" idx="0"/>
          </p:cNvCxnSpPr>
          <p:nvPr/>
        </p:nvCxnSpPr>
        <p:spPr>
          <a:xfrm flipH="1">
            <a:off x="1847899" y="3491208"/>
            <a:ext cx="295475" cy="2163327"/>
          </a:xfrm>
          <a:prstGeom prst="line">
            <a:avLst/>
          </a:prstGeom>
          <a:ln>
            <a:solidFill>
              <a:srgbClr val="E0465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>
            <a:stCxn id="37" idx="6"/>
            <a:endCxn id="49" idx="2"/>
          </p:cNvCxnSpPr>
          <p:nvPr/>
        </p:nvCxnSpPr>
        <p:spPr>
          <a:xfrm flipV="1">
            <a:off x="4216352" y="5737709"/>
            <a:ext cx="915356" cy="386685"/>
          </a:xfrm>
          <a:prstGeom prst="line">
            <a:avLst/>
          </a:prstGeom>
          <a:ln>
            <a:solidFill>
              <a:srgbClr val="E0465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>
            <a:endCxn id="38" idx="4"/>
          </p:cNvCxnSpPr>
          <p:nvPr/>
        </p:nvCxnSpPr>
        <p:spPr>
          <a:xfrm flipV="1">
            <a:off x="4034405" y="3309261"/>
            <a:ext cx="379727" cy="2621790"/>
          </a:xfrm>
          <a:prstGeom prst="line">
            <a:avLst/>
          </a:prstGeom>
          <a:ln>
            <a:solidFill>
              <a:srgbClr val="E0465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>
            <a:stCxn id="33" idx="6"/>
            <a:endCxn id="49" idx="2"/>
          </p:cNvCxnSpPr>
          <p:nvPr/>
        </p:nvCxnSpPr>
        <p:spPr>
          <a:xfrm>
            <a:off x="1047526" y="4658002"/>
            <a:ext cx="4084182" cy="1079707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2489400" y="6490110"/>
            <a:ext cx="17540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Mesh</a:t>
            </a:r>
            <a:r>
              <a:rPr lang="zh-CN" altLang="en-US" sz="14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分级权限管理</a:t>
            </a:r>
            <a:endParaRPr lang="zh-CN" altLang="en-US" sz="1400" b="1" dirty="0">
              <a:solidFill>
                <a:srgbClr val="A5342D"/>
              </a:solidFill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7454096" y="3127314"/>
            <a:ext cx="406972" cy="3248061"/>
          </a:xfrm>
          <a:prstGeom prst="rect">
            <a:avLst/>
          </a:prstGeom>
          <a:solidFill>
            <a:srgbClr val="92D050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/>
          <p:cNvSpPr/>
          <p:nvPr/>
        </p:nvSpPr>
        <p:spPr>
          <a:xfrm>
            <a:off x="8222084" y="3127313"/>
            <a:ext cx="406972" cy="3248061"/>
          </a:xfrm>
          <a:prstGeom prst="rect">
            <a:avLst/>
          </a:prstGeom>
          <a:solidFill>
            <a:srgbClr val="92D050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/>
          <p:cNvSpPr/>
          <p:nvPr/>
        </p:nvSpPr>
        <p:spPr>
          <a:xfrm>
            <a:off x="8990072" y="3127771"/>
            <a:ext cx="406972" cy="3248061"/>
          </a:xfrm>
          <a:prstGeom prst="rect">
            <a:avLst/>
          </a:prstGeom>
          <a:solidFill>
            <a:srgbClr val="92D050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/>
          <p:cNvSpPr/>
          <p:nvPr/>
        </p:nvSpPr>
        <p:spPr>
          <a:xfrm>
            <a:off x="9758060" y="3127313"/>
            <a:ext cx="406972" cy="3248061"/>
          </a:xfrm>
          <a:prstGeom prst="rect">
            <a:avLst/>
          </a:prstGeom>
          <a:solidFill>
            <a:srgbClr val="92D050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/>
          <p:cNvSpPr/>
          <p:nvPr/>
        </p:nvSpPr>
        <p:spPr>
          <a:xfrm>
            <a:off x="10526048" y="3123965"/>
            <a:ext cx="406972" cy="3248061"/>
          </a:xfrm>
          <a:prstGeom prst="rect">
            <a:avLst/>
          </a:prstGeom>
          <a:solidFill>
            <a:srgbClr val="92D050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8782282" y="6528687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智能调频技术</a:t>
            </a:r>
            <a:endParaRPr lang="zh-CN" altLang="en-US" sz="1400" b="1" dirty="0">
              <a:solidFill>
                <a:srgbClr val="A5342D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7268239" y="2758047"/>
            <a:ext cx="6495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信道</a:t>
            </a:r>
            <a:r>
              <a:rPr lang="en-US" altLang="zh-CN" sz="14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1400" b="1" dirty="0">
              <a:solidFill>
                <a:srgbClr val="A5342D"/>
              </a:solidFill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8132745" y="2747523"/>
            <a:ext cx="6495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信道</a:t>
            </a:r>
            <a:r>
              <a:rPr lang="en-US" altLang="zh-CN" sz="14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1400" b="1" dirty="0">
              <a:solidFill>
                <a:srgbClr val="A5342D"/>
              </a:solidFill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8925931" y="2747523"/>
            <a:ext cx="6495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信道</a:t>
            </a:r>
            <a:r>
              <a:rPr lang="en-US" altLang="zh-CN" sz="14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1400" b="1" dirty="0">
              <a:solidFill>
                <a:srgbClr val="A5342D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9706914" y="2758047"/>
            <a:ext cx="6495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信道</a:t>
            </a:r>
            <a:r>
              <a:rPr lang="en-US" altLang="zh-CN" sz="14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 sz="1400" b="1" dirty="0">
              <a:solidFill>
                <a:srgbClr val="A5342D"/>
              </a:solidFill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0436709" y="2747018"/>
            <a:ext cx="6495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信道</a:t>
            </a:r>
            <a:r>
              <a:rPr lang="en-US" altLang="zh-CN" sz="14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altLang="en-US" sz="1400" b="1" dirty="0">
              <a:solidFill>
                <a:srgbClr val="A5342D"/>
              </a:solidFill>
            </a:endParaRPr>
          </a:p>
        </p:txBody>
      </p:sp>
      <p:sp>
        <p:nvSpPr>
          <p:cNvPr id="104" name="椭圆 103"/>
          <p:cNvSpPr/>
          <p:nvPr/>
        </p:nvSpPr>
        <p:spPr>
          <a:xfrm>
            <a:off x="8255814" y="5997854"/>
            <a:ext cx="290022" cy="290022"/>
          </a:xfrm>
          <a:prstGeom prst="ellipse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椭圆 104"/>
          <p:cNvSpPr/>
          <p:nvPr/>
        </p:nvSpPr>
        <p:spPr>
          <a:xfrm>
            <a:off x="9836927" y="5301696"/>
            <a:ext cx="261610" cy="261610"/>
          </a:xfrm>
          <a:prstGeom prst="ellipse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椭圆 105"/>
          <p:cNvSpPr/>
          <p:nvPr/>
        </p:nvSpPr>
        <p:spPr>
          <a:xfrm>
            <a:off x="7475744" y="4503264"/>
            <a:ext cx="277099" cy="277099"/>
          </a:xfrm>
          <a:prstGeom prst="ellipse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椭圆 107"/>
          <p:cNvSpPr/>
          <p:nvPr/>
        </p:nvSpPr>
        <p:spPr>
          <a:xfrm>
            <a:off x="10609667" y="3697349"/>
            <a:ext cx="306679" cy="306679"/>
          </a:xfrm>
          <a:prstGeom prst="ellipse">
            <a:avLst/>
          </a:prstGeom>
          <a:solidFill>
            <a:schemeClr val="accent2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0" name="连接符: 肘形 109"/>
          <p:cNvCxnSpPr>
            <a:stCxn id="104" idx="0"/>
            <a:endCxn id="105" idx="2"/>
          </p:cNvCxnSpPr>
          <p:nvPr/>
        </p:nvCxnSpPr>
        <p:spPr>
          <a:xfrm rot="5400000" flipH="1" flipV="1">
            <a:off x="8836200" y="4997127"/>
            <a:ext cx="565353" cy="143610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/>
          <p:cNvCxnSpPr>
            <a:stCxn id="105" idx="0"/>
            <a:endCxn id="106" idx="6"/>
          </p:cNvCxnSpPr>
          <p:nvPr/>
        </p:nvCxnSpPr>
        <p:spPr>
          <a:xfrm rot="16200000" flipV="1">
            <a:off x="8530347" y="3864310"/>
            <a:ext cx="659882" cy="2214889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连接符: 肘形 115"/>
          <p:cNvCxnSpPr>
            <a:stCxn id="106" idx="0"/>
            <a:endCxn id="108" idx="2"/>
          </p:cNvCxnSpPr>
          <p:nvPr/>
        </p:nvCxnSpPr>
        <p:spPr>
          <a:xfrm rot="5400000" flipH="1" flipV="1">
            <a:off x="8785693" y="2679291"/>
            <a:ext cx="652575" cy="2995373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组合 127"/>
          <p:cNvGrpSpPr/>
          <p:nvPr/>
        </p:nvGrpSpPr>
        <p:grpSpPr>
          <a:xfrm>
            <a:off x="8079469" y="4743344"/>
            <a:ext cx="607859" cy="599195"/>
            <a:chOff x="8056906" y="4434522"/>
            <a:chExt cx="607859" cy="599195"/>
          </a:xfrm>
        </p:grpSpPr>
        <p:pic>
          <p:nvPicPr>
            <p:cNvPr id="118" name="图形 117" descr="闪电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210750" y="4434522"/>
              <a:ext cx="442032" cy="442032"/>
            </a:xfrm>
            <a:prstGeom prst="rect">
              <a:avLst/>
            </a:prstGeom>
          </p:spPr>
        </p:pic>
        <p:sp>
          <p:nvSpPr>
            <p:cNvPr id="119" name="文本框 118"/>
            <p:cNvSpPr txBox="1"/>
            <p:nvPr/>
          </p:nvSpPr>
          <p:spPr>
            <a:xfrm>
              <a:off x="8056906" y="4772107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>
                  <a:solidFill>
                    <a:srgbClr val="A5342D"/>
                  </a:solidFill>
                  <a:latin typeface="微软雅黑" panose="020B0503020204020204" charset="-122"/>
                  <a:ea typeface="微软雅黑" panose="020B0503020204020204" charset="-122"/>
                </a:rPr>
                <a:t>干扰源</a:t>
              </a:r>
              <a:endParaRPr lang="zh-CN" altLang="en-US" sz="1100" dirty="0">
                <a:solidFill>
                  <a:srgbClr val="A5342D"/>
                </a:solidFill>
              </a:endParaRP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9656580" y="4043225"/>
            <a:ext cx="607859" cy="572837"/>
            <a:chOff x="8245556" y="4586922"/>
            <a:chExt cx="607859" cy="572837"/>
          </a:xfrm>
        </p:grpSpPr>
        <p:pic>
          <p:nvPicPr>
            <p:cNvPr id="120" name="图形 119" descr="闪电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363150" y="4586922"/>
              <a:ext cx="442032" cy="442032"/>
            </a:xfrm>
            <a:prstGeom prst="rect">
              <a:avLst/>
            </a:prstGeom>
          </p:spPr>
        </p:pic>
        <p:sp>
          <p:nvSpPr>
            <p:cNvPr id="121" name="文本框 120"/>
            <p:cNvSpPr txBox="1"/>
            <p:nvPr/>
          </p:nvSpPr>
          <p:spPr>
            <a:xfrm>
              <a:off x="8245556" y="4898149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>
                  <a:solidFill>
                    <a:srgbClr val="A5342D"/>
                  </a:solidFill>
                  <a:latin typeface="微软雅黑" panose="020B0503020204020204" charset="-122"/>
                  <a:ea typeface="微软雅黑" panose="020B0503020204020204" charset="-122"/>
                </a:rPr>
                <a:t>干扰源</a:t>
              </a:r>
              <a:endParaRPr lang="zh-CN" altLang="en-US" sz="1100" dirty="0">
                <a:solidFill>
                  <a:srgbClr val="A5342D"/>
                </a:solidFill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7336828" y="3232567"/>
            <a:ext cx="607859" cy="616254"/>
            <a:chOff x="8224234" y="4586922"/>
            <a:chExt cx="607859" cy="616254"/>
          </a:xfrm>
        </p:grpSpPr>
        <p:pic>
          <p:nvPicPr>
            <p:cNvPr id="124" name="图形 123" descr="闪电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363150" y="4586922"/>
              <a:ext cx="442032" cy="442032"/>
            </a:xfrm>
            <a:prstGeom prst="rect">
              <a:avLst/>
            </a:prstGeom>
          </p:spPr>
        </p:pic>
        <p:sp>
          <p:nvSpPr>
            <p:cNvPr id="125" name="文本框 124"/>
            <p:cNvSpPr txBox="1"/>
            <p:nvPr/>
          </p:nvSpPr>
          <p:spPr>
            <a:xfrm>
              <a:off x="8224234" y="4941566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>
                  <a:solidFill>
                    <a:srgbClr val="A5342D"/>
                  </a:solidFill>
                  <a:latin typeface="微软雅黑" panose="020B0503020204020204" charset="-122"/>
                  <a:ea typeface="微软雅黑" panose="020B0503020204020204" charset="-122"/>
                </a:rPr>
                <a:t>干扰源</a:t>
              </a:r>
              <a:endParaRPr lang="zh-CN" altLang="en-US" sz="1100" dirty="0">
                <a:solidFill>
                  <a:srgbClr val="A5342D"/>
                </a:solidFill>
              </a:endParaRPr>
            </a:p>
          </p:txBody>
        </p:sp>
      </p:grpSp>
      <p:sp>
        <p:nvSpPr>
          <p:cNvPr id="129" name="文本框 128"/>
          <p:cNvSpPr txBox="1"/>
          <p:nvPr/>
        </p:nvSpPr>
        <p:spPr>
          <a:xfrm>
            <a:off x="7629470" y="6210290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数据发出</a:t>
            </a:r>
            <a:endParaRPr lang="zh-CN" altLang="en-US" sz="900" b="1" dirty="0"/>
          </a:p>
        </p:txBody>
      </p:sp>
      <p:sp>
        <p:nvSpPr>
          <p:cNvPr id="130" name="文本框 129"/>
          <p:cNvSpPr txBox="1"/>
          <p:nvPr/>
        </p:nvSpPr>
        <p:spPr>
          <a:xfrm>
            <a:off x="10890190" y="3812393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b="1" dirty="0">
                <a:latin typeface="微软雅黑" panose="020B0503020204020204" charset="-122"/>
                <a:ea typeface="微软雅黑" panose="020B0503020204020204" charset="-122"/>
              </a:rPr>
              <a:t>数据接收</a:t>
            </a:r>
            <a:endParaRPr lang="zh-CN" altLang="en-US" sz="900" b="1" dirty="0"/>
          </a:p>
        </p:txBody>
      </p:sp>
      <p:sp>
        <p:nvSpPr>
          <p:cNvPr id="131" name="标注: 线形(带强调线) 130"/>
          <p:cNvSpPr/>
          <p:nvPr/>
        </p:nvSpPr>
        <p:spPr>
          <a:xfrm>
            <a:off x="10360460" y="5065503"/>
            <a:ext cx="800218" cy="264704"/>
          </a:xfrm>
          <a:prstGeom prst="accentCallout1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智能切换信道</a:t>
            </a:r>
            <a:endParaRPr lang="zh-CN" altLang="en-US" sz="800" dirty="0"/>
          </a:p>
        </p:txBody>
      </p:sp>
      <p:sp>
        <p:nvSpPr>
          <p:cNvPr id="133" name="标注: 线形(带强调线) 132"/>
          <p:cNvSpPr/>
          <p:nvPr/>
        </p:nvSpPr>
        <p:spPr>
          <a:xfrm>
            <a:off x="8856362" y="5690696"/>
            <a:ext cx="800218" cy="264704"/>
          </a:xfrm>
          <a:prstGeom prst="accentCallout1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智能切换信道</a:t>
            </a:r>
            <a:endParaRPr lang="zh-CN" altLang="en-US" sz="800" dirty="0"/>
          </a:p>
        </p:txBody>
      </p:sp>
      <p:sp>
        <p:nvSpPr>
          <p:cNvPr id="134" name="标注: 线形(带强调线) 133"/>
          <p:cNvSpPr/>
          <p:nvPr/>
        </p:nvSpPr>
        <p:spPr>
          <a:xfrm>
            <a:off x="8000716" y="4240430"/>
            <a:ext cx="800218" cy="264704"/>
          </a:xfrm>
          <a:prstGeom prst="accentCallout1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智能切换信道</a:t>
            </a:r>
            <a:endParaRPr lang="zh-CN" altLang="en-US" sz="800" dirty="0"/>
          </a:p>
        </p:txBody>
      </p:sp>
      <p:cxnSp>
        <p:nvCxnSpPr>
          <p:cNvPr id="135" name="直接连接符 134"/>
          <p:cNvCxnSpPr>
            <a:stCxn id="33" idx="6"/>
            <a:endCxn id="35" idx="2"/>
          </p:cNvCxnSpPr>
          <p:nvPr/>
        </p:nvCxnSpPr>
        <p:spPr>
          <a:xfrm>
            <a:off x="1047526" y="4658002"/>
            <a:ext cx="1953927" cy="171482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>
            <a:stCxn id="33" idx="6"/>
            <a:endCxn id="38" idx="2"/>
          </p:cNvCxnSpPr>
          <p:nvPr/>
        </p:nvCxnSpPr>
        <p:spPr>
          <a:xfrm flipV="1">
            <a:off x="1047526" y="3127314"/>
            <a:ext cx="3184659" cy="1530688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>
            <a:stCxn id="33" idx="6"/>
            <a:endCxn id="47" idx="2"/>
          </p:cNvCxnSpPr>
          <p:nvPr/>
        </p:nvCxnSpPr>
        <p:spPr>
          <a:xfrm flipV="1">
            <a:off x="1047526" y="4503959"/>
            <a:ext cx="3720288" cy="154043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>
            <a:stCxn id="33" idx="6"/>
            <a:endCxn id="37" idx="1"/>
          </p:cNvCxnSpPr>
          <p:nvPr/>
        </p:nvCxnSpPr>
        <p:spPr>
          <a:xfrm>
            <a:off x="1047526" y="4658002"/>
            <a:ext cx="2858223" cy="1337736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形 3" descr="碟形卫星天线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9689" y="5768255"/>
            <a:ext cx="457200" cy="457200"/>
          </a:xfrm>
          <a:prstGeom prst="rect">
            <a:avLst/>
          </a:prstGeom>
        </p:spPr>
      </p:pic>
      <p:pic>
        <p:nvPicPr>
          <p:cNvPr id="63" name="图形 62" descr="碟形卫星天线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9150" y="3385271"/>
            <a:ext cx="457200" cy="457200"/>
          </a:xfrm>
          <a:prstGeom prst="rect">
            <a:avLst/>
          </a:prstGeom>
        </p:spPr>
      </p:pic>
      <p:grpSp>
        <p:nvGrpSpPr>
          <p:cNvPr id="64" name="组合 63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65" name="图形 64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66" name="图形 65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67" name="图形 66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68" name="图形 67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69" name="图形 68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70" name="图形 69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72" name="图形 71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73" name="图形 72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75" name="图形 74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76" name="图形 75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78" name="图形 77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80" name="图形 79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82" name="图形 81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83" name="图形 82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85" name="图形 84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87" name="图形 86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标题 22"/>
          <p:cNvSpPr txBox="1"/>
          <p:nvPr/>
        </p:nvSpPr>
        <p:spPr>
          <a:xfrm>
            <a:off x="52552" y="44902"/>
            <a:ext cx="4859243" cy="59817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lt"/>
              </a:rPr>
              <a:t>  系统常用节能策略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2552" y="4414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4169441" y="6442767"/>
            <a:ext cx="44846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节能四件套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-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系统级的策略管理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89066" y="82789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区域分组管理</a:t>
            </a:r>
            <a:endParaRPr lang="zh-CN" altLang="en-US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矩形: 圆角 113"/>
          <p:cNvSpPr/>
          <p:nvPr/>
        </p:nvSpPr>
        <p:spPr>
          <a:xfrm>
            <a:off x="838679" y="1221778"/>
            <a:ext cx="4612640" cy="2480498"/>
          </a:xfrm>
          <a:prstGeom prst="roundRect">
            <a:avLst>
              <a:gd name="adj" fmla="val 70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椭圆 2"/>
          <p:cNvSpPr/>
          <p:nvPr/>
        </p:nvSpPr>
        <p:spPr>
          <a:xfrm>
            <a:off x="998023" y="1425201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341830" y="1425201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685637" y="1425201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2029444" y="1425201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2369442" y="1425201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2713249" y="1425201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3057056" y="1425201"/>
            <a:ext cx="193040" cy="193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3392286" y="1423113"/>
            <a:ext cx="193040" cy="193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3736093" y="1423113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4079900" y="1423113"/>
            <a:ext cx="193040" cy="193040"/>
          </a:xfrm>
          <a:prstGeom prst="ellipse">
            <a:avLst/>
          </a:prstGeom>
          <a:solidFill>
            <a:srgbClr val="57C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4419898" y="1423113"/>
            <a:ext cx="193040" cy="193040"/>
          </a:xfrm>
          <a:prstGeom prst="ellipse">
            <a:avLst/>
          </a:prstGeom>
          <a:solidFill>
            <a:srgbClr val="57C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4763705" y="1423113"/>
            <a:ext cx="193040" cy="193040"/>
          </a:xfrm>
          <a:prstGeom prst="ellipse">
            <a:avLst/>
          </a:prstGeom>
          <a:solidFill>
            <a:srgbClr val="57C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5107512" y="1423113"/>
            <a:ext cx="193040" cy="193040"/>
          </a:xfrm>
          <a:prstGeom prst="ellipse">
            <a:avLst/>
          </a:prstGeom>
          <a:solidFill>
            <a:srgbClr val="57C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998023" y="1734033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341830" y="1734033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1685637" y="1734033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2029444" y="1734033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2369442" y="1734033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2713249" y="1734033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3057056" y="1734033"/>
            <a:ext cx="193040" cy="193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3392286" y="1731945"/>
            <a:ext cx="193040" cy="193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3736093" y="1731945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4079900" y="1731945"/>
            <a:ext cx="193040" cy="193040"/>
          </a:xfrm>
          <a:prstGeom prst="ellipse">
            <a:avLst/>
          </a:prstGeom>
          <a:solidFill>
            <a:srgbClr val="57C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4419898" y="1731945"/>
            <a:ext cx="193040" cy="193040"/>
          </a:xfrm>
          <a:prstGeom prst="ellipse">
            <a:avLst/>
          </a:prstGeom>
          <a:solidFill>
            <a:srgbClr val="57C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4763705" y="1731945"/>
            <a:ext cx="193040" cy="193040"/>
          </a:xfrm>
          <a:prstGeom prst="ellipse">
            <a:avLst/>
          </a:prstGeom>
          <a:solidFill>
            <a:srgbClr val="57C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5107512" y="1731945"/>
            <a:ext cx="193040" cy="193040"/>
          </a:xfrm>
          <a:prstGeom prst="ellipse">
            <a:avLst/>
          </a:prstGeom>
          <a:solidFill>
            <a:srgbClr val="57C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998023" y="2040777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1341830" y="2040777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1685637" y="2040777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2029444" y="2040777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2369442" y="2040777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2713249" y="2040777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3057056" y="2040777"/>
            <a:ext cx="193040" cy="193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3392286" y="2038689"/>
            <a:ext cx="193040" cy="1930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3736093" y="2038689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/>
        </p:nvSpPr>
        <p:spPr>
          <a:xfrm>
            <a:off x="4079900" y="2038689"/>
            <a:ext cx="193040" cy="193040"/>
          </a:xfrm>
          <a:prstGeom prst="ellipse">
            <a:avLst/>
          </a:prstGeom>
          <a:solidFill>
            <a:srgbClr val="57C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/>
        </p:nvSpPr>
        <p:spPr>
          <a:xfrm>
            <a:off x="4419898" y="2038689"/>
            <a:ext cx="193040" cy="193040"/>
          </a:xfrm>
          <a:prstGeom prst="ellipse">
            <a:avLst/>
          </a:prstGeom>
          <a:solidFill>
            <a:srgbClr val="57C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/>
        </p:nvSpPr>
        <p:spPr>
          <a:xfrm>
            <a:off x="4763705" y="2038689"/>
            <a:ext cx="193040" cy="193040"/>
          </a:xfrm>
          <a:prstGeom prst="ellipse">
            <a:avLst/>
          </a:prstGeom>
          <a:solidFill>
            <a:srgbClr val="57C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/>
          <p:cNvSpPr/>
          <p:nvPr/>
        </p:nvSpPr>
        <p:spPr>
          <a:xfrm>
            <a:off x="5107512" y="2038689"/>
            <a:ext cx="193040" cy="193040"/>
          </a:xfrm>
          <a:prstGeom prst="ellipse">
            <a:avLst/>
          </a:prstGeom>
          <a:solidFill>
            <a:srgbClr val="57C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998023" y="2367595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1341830" y="2367595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/>
          <p:cNvSpPr/>
          <p:nvPr/>
        </p:nvSpPr>
        <p:spPr>
          <a:xfrm>
            <a:off x="1685637" y="2367595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2029444" y="2367595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/>
          <p:cNvSpPr/>
          <p:nvPr/>
        </p:nvSpPr>
        <p:spPr>
          <a:xfrm>
            <a:off x="2369442" y="2367595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椭圆 65"/>
          <p:cNvSpPr/>
          <p:nvPr/>
        </p:nvSpPr>
        <p:spPr>
          <a:xfrm>
            <a:off x="2713249" y="2367595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/>
          <p:cNvSpPr/>
          <p:nvPr/>
        </p:nvSpPr>
        <p:spPr>
          <a:xfrm>
            <a:off x="3057056" y="2367595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/>
          <p:cNvSpPr/>
          <p:nvPr/>
        </p:nvSpPr>
        <p:spPr>
          <a:xfrm>
            <a:off x="3392286" y="2365507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/>
          <p:cNvSpPr/>
          <p:nvPr/>
        </p:nvSpPr>
        <p:spPr>
          <a:xfrm>
            <a:off x="3736093" y="2365507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>
            <a:off x="4079900" y="2365507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4419898" y="2365507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4763705" y="2365507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/>
          <p:cNvSpPr/>
          <p:nvPr/>
        </p:nvSpPr>
        <p:spPr>
          <a:xfrm>
            <a:off x="5107512" y="2365507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/>
        </p:nvSpPr>
        <p:spPr>
          <a:xfrm>
            <a:off x="998023" y="2694919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椭圆 74"/>
          <p:cNvSpPr/>
          <p:nvPr/>
        </p:nvSpPr>
        <p:spPr>
          <a:xfrm>
            <a:off x="1341830" y="2694919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/>
          <p:cNvSpPr/>
          <p:nvPr/>
        </p:nvSpPr>
        <p:spPr>
          <a:xfrm>
            <a:off x="1685637" y="2694919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/>
          <p:cNvSpPr/>
          <p:nvPr/>
        </p:nvSpPr>
        <p:spPr>
          <a:xfrm>
            <a:off x="2029444" y="2694919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/>
          <p:cNvSpPr/>
          <p:nvPr/>
        </p:nvSpPr>
        <p:spPr>
          <a:xfrm>
            <a:off x="2369442" y="2694919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/>
          <p:cNvSpPr/>
          <p:nvPr/>
        </p:nvSpPr>
        <p:spPr>
          <a:xfrm>
            <a:off x="2713249" y="2694919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/>
          <p:cNvSpPr/>
          <p:nvPr/>
        </p:nvSpPr>
        <p:spPr>
          <a:xfrm>
            <a:off x="3057056" y="2694919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/>
          <p:cNvSpPr/>
          <p:nvPr/>
        </p:nvSpPr>
        <p:spPr>
          <a:xfrm>
            <a:off x="3392286" y="2692831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/>
          <p:cNvSpPr/>
          <p:nvPr/>
        </p:nvSpPr>
        <p:spPr>
          <a:xfrm>
            <a:off x="3736093" y="2692831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/>
          <p:cNvSpPr/>
          <p:nvPr/>
        </p:nvSpPr>
        <p:spPr>
          <a:xfrm>
            <a:off x="4079900" y="2692831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/>
          <p:cNvSpPr/>
          <p:nvPr/>
        </p:nvSpPr>
        <p:spPr>
          <a:xfrm>
            <a:off x="4419898" y="2692831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/>
          <p:cNvSpPr/>
          <p:nvPr/>
        </p:nvSpPr>
        <p:spPr>
          <a:xfrm>
            <a:off x="4763705" y="2692831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/>
          <p:cNvSpPr/>
          <p:nvPr/>
        </p:nvSpPr>
        <p:spPr>
          <a:xfrm>
            <a:off x="5107512" y="2692831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/>
          <p:cNvSpPr/>
          <p:nvPr/>
        </p:nvSpPr>
        <p:spPr>
          <a:xfrm>
            <a:off x="998023" y="3020155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/>
          <p:cNvSpPr/>
          <p:nvPr/>
        </p:nvSpPr>
        <p:spPr>
          <a:xfrm>
            <a:off x="1341830" y="3020155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/>
          <p:cNvSpPr/>
          <p:nvPr/>
        </p:nvSpPr>
        <p:spPr>
          <a:xfrm>
            <a:off x="1685637" y="3020155"/>
            <a:ext cx="193040" cy="19304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/>
          <p:cNvSpPr/>
          <p:nvPr/>
        </p:nvSpPr>
        <p:spPr>
          <a:xfrm>
            <a:off x="2029444" y="3020155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/>
          <p:cNvSpPr/>
          <p:nvPr/>
        </p:nvSpPr>
        <p:spPr>
          <a:xfrm>
            <a:off x="2369442" y="3020155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/>
          <p:cNvSpPr/>
          <p:nvPr/>
        </p:nvSpPr>
        <p:spPr>
          <a:xfrm>
            <a:off x="2713249" y="3020155"/>
            <a:ext cx="193040" cy="193040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3057056" y="3020155"/>
            <a:ext cx="193040" cy="193040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/>
          <p:cNvSpPr/>
          <p:nvPr/>
        </p:nvSpPr>
        <p:spPr>
          <a:xfrm>
            <a:off x="3392286" y="3018067"/>
            <a:ext cx="193040" cy="193040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椭圆 94"/>
          <p:cNvSpPr/>
          <p:nvPr/>
        </p:nvSpPr>
        <p:spPr>
          <a:xfrm>
            <a:off x="3736093" y="3018067"/>
            <a:ext cx="193040" cy="193040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/>
          <p:cNvSpPr/>
          <p:nvPr/>
        </p:nvSpPr>
        <p:spPr>
          <a:xfrm>
            <a:off x="4079900" y="3018067"/>
            <a:ext cx="193040" cy="193040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/>
          <p:cNvSpPr/>
          <p:nvPr/>
        </p:nvSpPr>
        <p:spPr>
          <a:xfrm>
            <a:off x="4419898" y="3018067"/>
            <a:ext cx="193040" cy="193040"/>
          </a:xfrm>
          <a:prstGeom prst="ellipse">
            <a:avLst/>
          </a:prstGeom>
          <a:solidFill>
            <a:srgbClr val="A10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椭圆 97"/>
          <p:cNvSpPr/>
          <p:nvPr/>
        </p:nvSpPr>
        <p:spPr>
          <a:xfrm>
            <a:off x="4763705" y="3018067"/>
            <a:ext cx="193040" cy="193040"/>
          </a:xfrm>
          <a:prstGeom prst="ellipse">
            <a:avLst/>
          </a:prstGeom>
          <a:solidFill>
            <a:srgbClr val="A10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椭圆 98"/>
          <p:cNvSpPr/>
          <p:nvPr/>
        </p:nvSpPr>
        <p:spPr>
          <a:xfrm>
            <a:off x="5107512" y="3018067"/>
            <a:ext cx="193040" cy="193040"/>
          </a:xfrm>
          <a:prstGeom prst="ellipse">
            <a:avLst/>
          </a:prstGeom>
          <a:solidFill>
            <a:srgbClr val="A10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椭圆 99"/>
          <p:cNvSpPr/>
          <p:nvPr/>
        </p:nvSpPr>
        <p:spPr>
          <a:xfrm>
            <a:off x="998023" y="3345391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椭圆 100"/>
          <p:cNvSpPr/>
          <p:nvPr/>
        </p:nvSpPr>
        <p:spPr>
          <a:xfrm>
            <a:off x="1341830" y="3345391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椭圆 101"/>
          <p:cNvSpPr/>
          <p:nvPr/>
        </p:nvSpPr>
        <p:spPr>
          <a:xfrm>
            <a:off x="1685637" y="3345391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椭圆 102"/>
          <p:cNvSpPr/>
          <p:nvPr/>
        </p:nvSpPr>
        <p:spPr>
          <a:xfrm>
            <a:off x="2029444" y="3345391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椭圆 103"/>
          <p:cNvSpPr/>
          <p:nvPr/>
        </p:nvSpPr>
        <p:spPr>
          <a:xfrm>
            <a:off x="2369442" y="3345391"/>
            <a:ext cx="193040" cy="1930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椭圆 104"/>
          <p:cNvSpPr/>
          <p:nvPr/>
        </p:nvSpPr>
        <p:spPr>
          <a:xfrm>
            <a:off x="2713249" y="3345391"/>
            <a:ext cx="193040" cy="193040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椭圆 105"/>
          <p:cNvSpPr/>
          <p:nvPr/>
        </p:nvSpPr>
        <p:spPr>
          <a:xfrm>
            <a:off x="3057056" y="3345391"/>
            <a:ext cx="193040" cy="193040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椭圆 106"/>
          <p:cNvSpPr/>
          <p:nvPr/>
        </p:nvSpPr>
        <p:spPr>
          <a:xfrm>
            <a:off x="3392286" y="3343303"/>
            <a:ext cx="193040" cy="193040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椭圆 107"/>
          <p:cNvSpPr/>
          <p:nvPr/>
        </p:nvSpPr>
        <p:spPr>
          <a:xfrm>
            <a:off x="3736093" y="3343303"/>
            <a:ext cx="193040" cy="193040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/>
          <p:cNvSpPr/>
          <p:nvPr/>
        </p:nvSpPr>
        <p:spPr>
          <a:xfrm>
            <a:off x="4079900" y="3343303"/>
            <a:ext cx="193040" cy="193040"/>
          </a:xfrm>
          <a:prstGeom prst="ellips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椭圆 109"/>
          <p:cNvSpPr/>
          <p:nvPr/>
        </p:nvSpPr>
        <p:spPr>
          <a:xfrm>
            <a:off x="4419898" y="3343303"/>
            <a:ext cx="193040" cy="193040"/>
          </a:xfrm>
          <a:prstGeom prst="ellipse">
            <a:avLst/>
          </a:prstGeom>
          <a:solidFill>
            <a:srgbClr val="A10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椭圆 110"/>
          <p:cNvSpPr/>
          <p:nvPr/>
        </p:nvSpPr>
        <p:spPr>
          <a:xfrm>
            <a:off x="4763705" y="3343303"/>
            <a:ext cx="193040" cy="193040"/>
          </a:xfrm>
          <a:prstGeom prst="ellipse">
            <a:avLst/>
          </a:prstGeom>
          <a:solidFill>
            <a:srgbClr val="A10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椭圆 111"/>
          <p:cNvSpPr/>
          <p:nvPr/>
        </p:nvSpPr>
        <p:spPr>
          <a:xfrm>
            <a:off x="5107512" y="3343303"/>
            <a:ext cx="193040" cy="193040"/>
          </a:xfrm>
          <a:prstGeom prst="ellipse">
            <a:avLst/>
          </a:prstGeom>
          <a:solidFill>
            <a:srgbClr val="A109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: 圆角 114"/>
          <p:cNvSpPr/>
          <p:nvPr/>
        </p:nvSpPr>
        <p:spPr>
          <a:xfrm>
            <a:off x="833070" y="4183027"/>
            <a:ext cx="4612640" cy="2480498"/>
          </a:xfrm>
          <a:prstGeom prst="roundRect">
            <a:avLst>
              <a:gd name="adj" fmla="val 70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" name="文本框 115"/>
          <p:cNvSpPr txBox="1"/>
          <p:nvPr/>
        </p:nvSpPr>
        <p:spPr>
          <a:xfrm>
            <a:off x="2389066" y="379133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自动化感应管理</a:t>
            </a:r>
            <a:endParaRPr lang="zh-CN" altLang="en-US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998023" y="4398380"/>
            <a:ext cx="4206009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梯形 116"/>
          <p:cNvSpPr/>
          <p:nvPr/>
        </p:nvSpPr>
        <p:spPr>
          <a:xfrm>
            <a:off x="1240224" y="4430773"/>
            <a:ext cx="494574" cy="196769"/>
          </a:xfrm>
          <a:prstGeom prst="trapezoi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2" name="组合 121"/>
          <p:cNvGrpSpPr/>
          <p:nvPr/>
        </p:nvGrpSpPr>
        <p:grpSpPr>
          <a:xfrm>
            <a:off x="1891491" y="4430773"/>
            <a:ext cx="2391612" cy="1892552"/>
            <a:chOff x="1905221" y="4409278"/>
            <a:chExt cx="2391612" cy="1892552"/>
          </a:xfrm>
        </p:grpSpPr>
        <p:sp>
          <p:nvSpPr>
            <p:cNvPr id="123" name="梯形 122"/>
            <p:cNvSpPr/>
            <p:nvPr/>
          </p:nvSpPr>
          <p:spPr>
            <a:xfrm>
              <a:off x="2853740" y="4409278"/>
              <a:ext cx="494574" cy="19676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梯形 123"/>
            <p:cNvSpPr/>
            <p:nvPr/>
          </p:nvSpPr>
          <p:spPr>
            <a:xfrm>
              <a:off x="1905221" y="4586583"/>
              <a:ext cx="2391612" cy="1715247"/>
            </a:xfrm>
            <a:prstGeom prst="trapezoid">
              <a:avLst>
                <a:gd name="adj" fmla="val 58741"/>
              </a:avLst>
            </a:prstGeom>
            <a:gradFill>
              <a:gsLst>
                <a:gs pos="0">
                  <a:srgbClr val="023CA7"/>
                </a:gs>
                <a:gs pos="100000">
                  <a:srgbClr val="97E8FB">
                    <a:alpha val="0"/>
                  </a:srgbClr>
                </a:gs>
              </a:gsLst>
              <a:lin ang="5400000" scaled="1"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1" name="图形 120" descr="步行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82182" y="5821898"/>
            <a:ext cx="877589" cy="877589"/>
          </a:xfrm>
          <a:prstGeom prst="rect">
            <a:avLst/>
          </a:prstGeom>
        </p:spPr>
      </p:pic>
      <p:pic>
        <p:nvPicPr>
          <p:cNvPr id="119" name="图形 118" descr="步行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902" y="5832780"/>
            <a:ext cx="877589" cy="877589"/>
          </a:xfrm>
          <a:prstGeom prst="rect">
            <a:avLst/>
          </a:prstGeom>
        </p:spPr>
      </p:pic>
      <p:sp>
        <p:nvSpPr>
          <p:cNvPr id="125" name="文本框 124"/>
          <p:cNvSpPr txBox="1"/>
          <p:nvPr/>
        </p:nvSpPr>
        <p:spPr>
          <a:xfrm>
            <a:off x="8282310" y="83120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照度管理</a:t>
            </a:r>
            <a:endParaRPr lang="zh-CN" altLang="en-US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矩形: 圆角 125"/>
          <p:cNvSpPr/>
          <p:nvPr/>
        </p:nvSpPr>
        <p:spPr>
          <a:xfrm>
            <a:off x="6731923" y="1225085"/>
            <a:ext cx="4612640" cy="2480498"/>
          </a:xfrm>
          <a:prstGeom prst="roundRect">
            <a:avLst>
              <a:gd name="adj" fmla="val 70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7" name="矩形: 圆角 126"/>
          <p:cNvSpPr/>
          <p:nvPr/>
        </p:nvSpPr>
        <p:spPr>
          <a:xfrm>
            <a:off x="6726314" y="4186334"/>
            <a:ext cx="4612640" cy="2480498"/>
          </a:xfrm>
          <a:prstGeom prst="roundRect">
            <a:avLst>
              <a:gd name="adj" fmla="val 70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8" name="文本框 127"/>
          <p:cNvSpPr txBox="1"/>
          <p:nvPr/>
        </p:nvSpPr>
        <p:spPr>
          <a:xfrm>
            <a:off x="8282310" y="378078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定时管理</a:t>
            </a:r>
            <a:endParaRPr lang="zh-CN" altLang="en-US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梯形 128"/>
          <p:cNvSpPr/>
          <p:nvPr/>
        </p:nvSpPr>
        <p:spPr>
          <a:xfrm>
            <a:off x="4596777" y="4430773"/>
            <a:ext cx="494574" cy="196769"/>
          </a:xfrm>
          <a:prstGeom prst="trapezoi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立方体 130"/>
          <p:cNvSpPr/>
          <p:nvPr/>
        </p:nvSpPr>
        <p:spPr>
          <a:xfrm>
            <a:off x="7039463" y="1331601"/>
            <a:ext cx="269272" cy="1147440"/>
          </a:xfrm>
          <a:prstGeom prst="cube">
            <a:avLst>
              <a:gd name="adj" fmla="val 93199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3" name="直接连接符 132"/>
          <p:cNvCxnSpPr>
            <a:stCxn id="131" idx="2"/>
            <a:endCxn id="131" idx="5"/>
          </p:cNvCxnSpPr>
          <p:nvPr/>
        </p:nvCxnSpPr>
        <p:spPr>
          <a:xfrm flipV="1">
            <a:off x="7039463" y="1779842"/>
            <a:ext cx="269272" cy="25095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/>
          <p:cNvCxnSpPr/>
          <p:nvPr/>
        </p:nvCxnSpPr>
        <p:spPr>
          <a:xfrm>
            <a:off x="7172960" y="1423113"/>
            <a:ext cx="0" cy="94239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立方体 135"/>
          <p:cNvSpPr/>
          <p:nvPr/>
        </p:nvSpPr>
        <p:spPr>
          <a:xfrm>
            <a:off x="7039463" y="2479041"/>
            <a:ext cx="269272" cy="1147440"/>
          </a:xfrm>
          <a:prstGeom prst="cube">
            <a:avLst>
              <a:gd name="adj" fmla="val 93199"/>
            </a:avLst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7" name="直接连接符 136"/>
          <p:cNvCxnSpPr>
            <a:stCxn id="136" idx="2"/>
            <a:endCxn id="136" idx="5"/>
          </p:cNvCxnSpPr>
          <p:nvPr/>
        </p:nvCxnSpPr>
        <p:spPr>
          <a:xfrm flipV="1">
            <a:off x="7039463" y="2927282"/>
            <a:ext cx="269272" cy="25095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>
            <a:off x="7172960" y="2570553"/>
            <a:ext cx="0" cy="94239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/>
        </p:nvCxnSpPr>
        <p:spPr>
          <a:xfrm>
            <a:off x="7442232" y="1299208"/>
            <a:ext cx="3675312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/>
        </p:nvCxnSpPr>
        <p:spPr>
          <a:xfrm>
            <a:off x="7442232" y="2443513"/>
            <a:ext cx="3598754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组合 144"/>
          <p:cNvGrpSpPr/>
          <p:nvPr/>
        </p:nvGrpSpPr>
        <p:grpSpPr>
          <a:xfrm>
            <a:off x="9074053" y="1349084"/>
            <a:ext cx="2391612" cy="919299"/>
            <a:chOff x="1514024" y="4444181"/>
            <a:chExt cx="2391612" cy="1890635"/>
          </a:xfrm>
        </p:grpSpPr>
        <p:sp>
          <p:nvSpPr>
            <p:cNvPr id="146" name="梯形 145"/>
            <p:cNvSpPr/>
            <p:nvPr/>
          </p:nvSpPr>
          <p:spPr>
            <a:xfrm>
              <a:off x="2602527" y="4444181"/>
              <a:ext cx="258808" cy="195678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梯形 146"/>
            <p:cNvSpPr/>
            <p:nvPr/>
          </p:nvSpPr>
          <p:spPr>
            <a:xfrm>
              <a:off x="1514024" y="4619568"/>
              <a:ext cx="2391612" cy="1715248"/>
            </a:xfrm>
            <a:prstGeom prst="trapezoid">
              <a:avLst>
                <a:gd name="adj" fmla="val 128132"/>
              </a:avLst>
            </a:prstGeom>
            <a:gradFill>
              <a:gsLst>
                <a:gs pos="0">
                  <a:srgbClr val="FFFF00">
                    <a:alpha val="0"/>
                  </a:srgb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8" name="组合 147"/>
          <p:cNvGrpSpPr/>
          <p:nvPr/>
        </p:nvGrpSpPr>
        <p:grpSpPr>
          <a:xfrm>
            <a:off x="9065055" y="2484315"/>
            <a:ext cx="2391612" cy="906124"/>
            <a:chOff x="1516547" y="4444181"/>
            <a:chExt cx="2391612" cy="1863540"/>
          </a:xfrm>
        </p:grpSpPr>
        <p:sp>
          <p:nvSpPr>
            <p:cNvPr id="149" name="梯形 148"/>
            <p:cNvSpPr/>
            <p:nvPr/>
          </p:nvSpPr>
          <p:spPr>
            <a:xfrm>
              <a:off x="2592063" y="4444181"/>
              <a:ext cx="269272" cy="177300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梯形 149"/>
            <p:cNvSpPr/>
            <p:nvPr/>
          </p:nvSpPr>
          <p:spPr>
            <a:xfrm>
              <a:off x="1516547" y="4592473"/>
              <a:ext cx="2391612" cy="1715248"/>
            </a:xfrm>
            <a:prstGeom prst="trapezoid">
              <a:avLst>
                <a:gd name="adj" fmla="val 128132"/>
              </a:avLst>
            </a:prstGeom>
            <a:gradFill>
              <a:gsLst>
                <a:gs pos="0">
                  <a:srgbClr val="FFFF00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1" name="文本框 150"/>
          <p:cNvSpPr txBox="1"/>
          <p:nvPr/>
        </p:nvSpPr>
        <p:spPr>
          <a:xfrm>
            <a:off x="7243161" y="1546061"/>
            <a:ext cx="307777" cy="50270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800" dirty="0"/>
              <a:t>户外亮度</a:t>
            </a:r>
            <a:endParaRPr lang="zh-CN" altLang="en-US" sz="800" dirty="0"/>
          </a:p>
        </p:txBody>
      </p:sp>
      <p:pic>
        <p:nvPicPr>
          <p:cNvPr id="152" name="图形 151" descr="箭头轻微弯曲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7307422" y="1366302"/>
            <a:ext cx="476653" cy="476653"/>
          </a:xfrm>
          <a:prstGeom prst="rect">
            <a:avLst/>
          </a:prstGeom>
        </p:spPr>
      </p:pic>
      <p:sp>
        <p:nvSpPr>
          <p:cNvPr id="153" name="文本框 152"/>
          <p:cNvSpPr txBox="1"/>
          <p:nvPr/>
        </p:nvSpPr>
        <p:spPr>
          <a:xfrm>
            <a:off x="10850170" y="1550140"/>
            <a:ext cx="307777" cy="50270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800" dirty="0"/>
              <a:t>室内亮度</a:t>
            </a:r>
            <a:endParaRPr lang="zh-CN" altLang="en-US" sz="800" dirty="0"/>
          </a:p>
        </p:txBody>
      </p:sp>
      <p:pic>
        <p:nvPicPr>
          <p:cNvPr id="154" name="图形 153" descr="箭头轻微弯曲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7025240" flipH="1">
            <a:off x="10976605" y="1324891"/>
            <a:ext cx="476653" cy="476653"/>
          </a:xfrm>
          <a:prstGeom prst="rect">
            <a:avLst/>
          </a:prstGeom>
        </p:spPr>
      </p:pic>
      <p:sp>
        <p:nvSpPr>
          <p:cNvPr id="155" name="文本框 154"/>
          <p:cNvSpPr txBox="1"/>
          <p:nvPr/>
        </p:nvSpPr>
        <p:spPr>
          <a:xfrm>
            <a:off x="7278847" y="2678847"/>
            <a:ext cx="307777" cy="50270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800" dirty="0"/>
              <a:t>户外亮度</a:t>
            </a:r>
            <a:endParaRPr lang="zh-CN" altLang="en-US" sz="800" dirty="0"/>
          </a:p>
        </p:txBody>
      </p:sp>
      <p:pic>
        <p:nvPicPr>
          <p:cNvPr id="156" name="图形 155" descr="箭头轻微弯曲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213250">
            <a:off x="7230906" y="3180566"/>
            <a:ext cx="476653" cy="476653"/>
          </a:xfrm>
          <a:prstGeom prst="rect">
            <a:avLst/>
          </a:prstGeom>
        </p:spPr>
      </p:pic>
      <p:sp>
        <p:nvSpPr>
          <p:cNvPr id="157" name="文本框 156"/>
          <p:cNvSpPr txBox="1"/>
          <p:nvPr/>
        </p:nvSpPr>
        <p:spPr>
          <a:xfrm>
            <a:off x="10850170" y="2678578"/>
            <a:ext cx="307777" cy="50270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800" dirty="0"/>
              <a:t>室内亮度</a:t>
            </a:r>
            <a:endParaRPr lang="zh-CN" altLang="en-US" sz="800" dirty="0"/>
          </a:p>
        </p:txBody>
      </p:sp>
      <p:pic>
        <p:nvPicPr>
          <p:cNvPr id="158" name="图形 157" descr="箭头轻微弯曲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711166" flipH="1">
            <a:off x="10948396" y="3138604"/>
            <a:ext cx="476653" cy="476653"/>
          </a:xfrm>
          <a:prstGeom prst="rect">
            <a:avLst/>
          </a:prstGeom>
        </p:spPr>
      </p:pic>
      <p:sp>
        <p:nvSpPr>
          <p:cNvPr id="159" name="梯形 158"/>
          <p:cNvSpPr/>
          <p:nvPr/>
        </p:nvSpPr>
        <p:spPr>
          <a:xfrm>
            <a:off x="8053952" y="1314118"/>
            <a:ext cx="327033" cy="130112"/>
          </a:xfrm>
          <a:prstGeom prst="trapezoid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文本框 175"/>
          <p:cNvSpPr txBox="1"/>
          <p:nvPr/>
        </p:nvSpPr>
        <p:spPr>
          <a:xfrm>
            <a:off x="7960655" y="1377777"/>
            <a:ext cx="389850" cy="21544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800" dirty="0"/>
              <a:t>光感</a:t>
            </a:r>
            <a:endParaRPr lang="zh-CN" altLang="en-US" sz="800" dirty="0"/>
          </a:p>
        </p:txBody>
      </p:sp>
      <p:sp>
        <p:nvSpPr>
          <p:cNvPr id="178" name="梯形 177"/>
          <p:cNvSpPr/>
          <p:nvPr/>
        </p:nvSpPr>
        <p:spPr>
          <a:xfrm>
            <a:off x="8000383" y="2495172"/>
            <a:ext cx="327033" cy="130112"/>
          </a:xfrm>
          <a:prstGeom prst="trapezoid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文本框 179"/>
          <p:cNvSpPr txBox="1"/>
          <p:nvPr/>
        </p:nvSpPr>
        <p:spPr>
          <a:xfrm>
            <a:off x="7907086" y="2558831"/>
            <a:ext cx="389850" cy="21544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800" dirty="0"/>
              <a:t>光感</a:t>
            </a:r>
            <a:endParaRPr lang="zh-CN" altLang="en-US" sz="800" dirty="0"/>
          </a:p>
        </p:txBody>
      </p:sp>
      <p:grpSp>
        <p:nvGrpSpPr>
          <p:cNvPr id="225" name="组合 224"/>
          <p:cNvGrpSpPr/>
          <p:nvPr/>
        </p:nvGrpSpPr>
        <p:grpSpPr>
          <a:xfrm>
            <a:off x="7015009" y="5060743"/>
            <a:ext cx="1073563" cy="1053775"/>
            <a:chOff x="7307422" y="4774499"/>
            <a:chExt cx="1073563" cy="1053775"/>
          </a:xfrm>
        </p:grpSpPr>
        <p:grpSp>
          <p:nvGrpSpPr>
            <p:cNvPr id="226" name="组合 225"/>
            <p:cNvGrpSpPr/>
            <p:nvPr/>
          </p:nvGrpSpPr>
          <p:grpSpPr>
            <a:xfrm>
              <a:off x="7307422" y="4774499"/>
              <a:ext cx="1073563" cy="1053775"/>
              <a:chOff x="7307422" y="4774499"/>
              <a:chExt cx="1073563" cy="1053775"/>
            </a:xfrm>
          </p:grpSpPr>
          <p:sp>
            <p:nvSpPr>
              <p:cNvPr id="230" name="椭圆 229"/>
              <p:cNvSpPr/>
              <p:nvPr/>
            </p:nvSpPr>
            <p:spPr>
              <a:xfrm>
                <a:off x="7307422" y="4774499"/>
                <a:ext cx="1053775" cy="1053775"/>
              </a:xfrm>
              <a:prstGeom prst="ellipse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231" name="直接连接符 230"/>
              <p:cNvCxnSpPr>
                <a:stCxn id="230" idx="0"/>
                <a:endCxn id="230" idx="4"/>
              </p:cNvCxnSpPr>
              <p:nvPr/>
            </p:nvCxnSpPr>
            <p:spPr>
              <a:xfrm>
                <a:off x="7834310" y="4774499"/>
                <a:ext cx="0" cy="1053775"/>
              </a:xfrm>
              <a:prstGeom prst="line">
                <a:avLst/>
              </a:prstGeom>
              <a:ln>
                <a:solidFill>
                  <a:schemeClr val="tx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直接连接符 231"/>
              <p:cNvCxnSpPr>
                <a:stCxn id="230" idx="2"/>
              </p:cNvCxnSpPr>
              <p:nvPr/>
            </p:nvCxnSpPr>
            <p:spPr>
              <a:xfrm flipV="1">
                <a:off x="7307422" y="5301386"/>
                <a:ext cx="1073563" cy="1"/>
              </a:xfrm>
              <a:prstGeom prst="line">
                <a:avLst/>
              </a:prstGeom>
              <a:ln>
                <a:solidFill>
                  <a:schemeClr val="tx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3" name="椭圆 232"/>
              <p:cNvSpPr/>
              <p:nvPr/>
            </p:nvSpPr>
            <p:spPr>
              <a:xfrm>
                <a:off x="7376785" y="4845845"/>
                <a:ext cx="927077" cy="92707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227" name="椭圆 226"/>
            <p:cNvSpPr/>
            <p:nvPr/>
          </p:nvSpPr>
          <p:spPr>
            <a:xfrm>
              <a:off x="7777225" y="5249342"/>
              <a:ext cx="114155" cy="114155"/>
            </a:xfrm>
            <a:prstGeom prst="ellipse">
              <a:avLst/>
            </a:prstGeom>
            <a:solidFill>
              <a:srgbClr val="A534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8" name="直接连接符 227"/>
            <p:cNvCxnSpPr/>
            <p:nvPr/>
          </p:nvCxnSpPr>
          <p:spPr>
            <a:xfrm flipH="1">
              <a:off x="7828280" y="4868838"/>
              <a:ext cx="6022" cy="367824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/>
          </p:nvCxnSpPr>
          <p:spPr>
            <a:xfrm flipH="1">
              <a:off x="7535574" y="5303927"/>
              <a:ext cx="222534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组合 159"/>
          <p:cNvGrpSpPr/>
          <p:nvPr/>
        </p:nvGrpSpPr>
        <p:grpSpPr>
          <a:xfrm>
            <a:off x="8483658" y="5044681"/>
            <a:ext cx="1073563" cy="1053775"/>
            <a:chOff x="7307422" y="4774499"/>
            <a:chExt cx="1073563" cy="1053775"/>
          </a:xfrm>
        </p:grpSpPr>
        <p:grpSp>
          <p:nvGrpSpPr>
            <p:cNvPr id="161" name="组合 160"/>
            <p:cNvGrpSpPr/>
            <p:nvPr/>
          </p:nvGrpSpPr>
          <p:grpSpPr>
            <a:xfrm>
              <a:off x="7307422" y="4774499"/>
              <a:ext cx="1073563" cy="1053775"/>
              <a:chOff x="7307422" y="4774499"/>
              <a:chExt cx="1073563" cy="1053775"/>
            </a:xfrm>
          </p:grpSpPr>
          <p:sp>
            <p:nvSpPr>
              <p:cNvPr id="165" name="椭圆 164"/>
              <p:cNvSpPr/>
              <p:nvPr/>
            </p:nvSpPr>
            <p:spPr>
              <a:xfrm>
                <a:off x="7307422" y="4774499"/>
                <a:ext cx="1053775" cy="1053775"/>
              </a:xfrm>
              <a:prstGeom prst="ellipse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66" name="直接连接符 165"/>
              <p:cNvCxnSpPr>
                <a:stCxn id="165" idx="0"/>
                <a:endCxn id="165" idx="4"/>
              </p:cNvCxnSpPr>
              <p:nvPr/>
            </p:nvCxnSpPr>
            <p:spPr>
              <a:xfrm>
                <a:off x="7834310" y="4774499"/>
                <a:ext cx="0" cy="1053775"/>
              </a:xfrm>
              <a:prstGeom prst="line">
                <a:avLst/>
              </a:prstGeom>
              <a:ln>
                <a:solidFill>
                  <a:schemeClr val="tx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/>
              <p:cNvCxnSpPr>
                <a:stCxn id="165" idx="2"/>
              </p:cNvCxnSpPr>
              <p:nvPr/>
            </p:nvCxnSpPr>
            <p:spPr>
              <a:xfrm flipV="1">
                <a:off x="7307422" y="5301386"/>
                <a:ext cx="1073563" cy="1"/>
              </a:xfrm>
              <a:prstGeom prst="line">
                <a:avLst/>
              </a:prstGeom>
              <a:ln>
                <a:solidFill>
                  <a:schemeClr val="tx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8" name="椭圆 167"/>
              <p:cNvSpPr/>
              <p:nvPr/>
            </p:nvSpPr>
            <p:spPr>
              <a:xfrm>
                <a:off x="7376785" y="4845845"/>
                <a:ext cx="927077" cy="92707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62" name="椭圆 161"/>
            <p:cNvSpPr/>
            <p:nvPr/>
          </p:nvSpPr>
          <p:spPr>
            <a:xfrm>
              <a:off x="7777225" y="5249342"/>
              <a:ext cx="114155" cy="114155"/>
            </a:xfrm>
            <a:prstGeom prst="ellipse">
              <a:avLst/>
            </a:prstGeom>
            <a:solidFill>
              <a:srgbClr val="A534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3" name="直接连接符 162"/>
            <p:cNvCxnSpPr/>
            <p:nvPr/>
          </p:nvCxnSpPr>
          <p:spPr>
            <a:xfrm flipH="1">
              <a:off x="7828280" y="4868838"/>
              <a:ext cx="6022" cy="367824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 flipV="1">
              <a:off x="7832090" y="4991986"/>
              <a:ext cx="0" cy="2497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组合 182"/>
          <p:cNvGrpSpPr/>
          <p:nvPr/>
        </p:nvGrpSpPr>
        <p:grpSpPr>
          <a:xfrm>
            <a:off x="9988153" y="5047035"/>
            <a:ext cx="1073563" cy="1053775"/>
            <a:chOff x="7307422" y="4774499"/>
            <a:chExt cx="1073563" cy="1053775"/>
          </a:xfrm>
        </p:grpSpPr>
        <p:grpSp>
          <p:nvGrpSpPr>
            <p:cNvPr id="184" name="组合 183"/>
            <p:cNvGrpSpPr/>
            <p:nvPr/>
          </p:nvGrpSpPr>
          <p:grpSpPr>
            <a:xfrm>
              <a:off x="7307422" y="4774499"/>
              <a:ext cx="1073563" cy="1053775"/>
              <a:chOff x="7307422" y="4774499"/>
              <a:chExt cx="1073563" cy="1053775"/>
            </a:xfrm>
          </p:grpSpPr>
          <p:sp>
            <p:nvSpPr>
              <p:cNvPr id="192" name="椭圆 191"/>
              <p:cNvSpPr/>
              <p:nvPr/>
            </p:nvSpPr>
            <p:spPr>
              <a:xfrm>
                <a:off x="7307422" y="4774499"/>
                <a:ext cx="1053775" cy="1053775"/>
              </a:xfrm>
              <a:prstGeom prst="ellipse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93" name="直接连接符 192"/>
              <p:cNvCxnSpPr>
                <a:stCxn id="192" idx="0"/>
                <a:endCxn id="192" idx="4"/>
              </p:cNvCxnSpPr>
              <p:nvPr/>
            </p:nvCxnSpPr>
            <p:spPr>
              <a:xfrm>
                <a:off x="7834310" y="4774499"/>
                <a:ext cx="0" cy="1053775"/>
              </a:xfrm>
              <a:prstGeom prst="line">
                <a:avLst/>
              </a:prstGeom>
              <a:ln>
                <a:solidFill>
                  <a:schemeClr val="tx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 193"/>
              <p:cNvCxnSpPr>
                <a:stCxn id="192" idx="2"/>
              </p:cNvCxnSpPr>
              <p:nvPr/>
            </p:nvCxnSpPr>
            <p:spPr>
              <a:xfrm flipV="1">
                <a:off x="7307422" y="5301386"/>
                <a:ext cx="1073563" cy="1"/>
              </a:xfrm>
              <a:prstGeom prst="line">
                <a:avLst/>
              </a:prstGeom>
              <a:ln>
                <a:solidFill>
                  <a:schemeClr val="tx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" name="椭圆 194"/>
              <p:cNvSpPr/>
              <p:nvPr/>
            </p:nvSpPr>
            <p:spPr>
              <a:xfrm>
                <a:off x="7376785" y="4845845"/>
                <a:ext cx="927077" cy="92707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86" name="椭圆 185"/>
            <p:cNvSpPr/>
            <p:nvPr/>
          </p:nvSpPr>
          <p:spPr>
            <a:xfrm>
              <a:off x="7777225" y="5249342"/>
              <a:ext cx="114155" cy="114155"/>
            </a:xfrm>
            <a:prstGeom prst="ellipse">
              <a:avLst/>
            </a:prstGeom>
            <a:solidFill>
              <a:srgbClr val="A534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8" name="直接连接符 187"/>
            <p:cNvCxnSpPr/>
            <p:nvPr/>
          </p:nvCxnSpPr>
          <p:spPr>
            <a:xfrm flipH="1">
              <a:off x="7828280" y="4868838"/>
              <a:ext cx="6022" cy="367824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>
            <a:xfrm flipV="1">
              <a:off x="7585949" y="5338325"/>
              <a:ext cx="191276" cy="10921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直接连接符 7"/>
          <p:cNvCxnSpPr/>
          <p:nvPr/>
        </p:nvCxnSpPr>
        <p:spPr>
          <a:xfrm>
            <a:off x="6817341" y="4736290"/>
            <a:ext cx="1449096" cy="0"/>
          </a:xfrm>
          <a:prstGeom prst="line">
            <a:avLst/>
          </a:prstGeom>
          <a:ln>
            <a:solidFill>
              <a:srgbClr val="023C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822220" y="4430046"/>
            <a:ext cx="1366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09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00~11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00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3" name="直接连接符 172"/>
          <p:cNvCxnSpPr/>
          <p:nvPr/>
        </p:nvCxnSpPr>
        <p:spPr>
          <a:xfrm>
            <a:off x="8416184" y="4735281"/>
            <a:ext cx="1449096" cy="0"/>
          </a:xfrm>
          <a:prstGeom prst="line">
            <a:avLst/>
          </a:prstGeom>
          <a:ln>
            <a:solidFill>
              <a:srgbClr val="023C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文本框 173"/>
          <p:cNvSpPr txBox="1"/>
          <p:nvPr/>
        </p:nvSpPr>
        <p:spPr>
          <a:xfrm>
            <a:off x="8368629" y="4428402"/>
            <a:ext cx="1366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11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00~13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00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5" name="直接连接符 174"/>
          <p:cNvCxnSpPr/>
          <p:nvPr/>
        </p:nvCxnSpPr>
        <p:spPr>
          <a:xfrm>
            <a:off x="9956652" y="4733359"/>
            <a:ext cx="1308202" cy="0"/>
          </a:xfrm>
          <a:prstGeom prst="line">
            <a:avLst/>
          </a:prstGeom>
          <a:ln>
            <a:solidFill>
              <a:srgbClr val="023C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文本框 176"/>
          <p:cNvSpPr txBox="1"/>
          <p:nvPr/>
        </p:nvSpPr>
        <p:spPr>
          <a:xfrm>
            <a:off x="9915038" y="4425002"/>
            <a:ext cx="1366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19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00~09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00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7071023" y="6205716"/>
            <a:ext cx="9188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A10914"/>
                </a:solidFill>
                <a:latin typeface="微软雅黑" panose="020B0503020204020204" charset="-122"/>
                <a:ea typeface="微软雅黑" panose="020B0503020204020204" charset="-122"/>
              </a:rPr>
              <a:t>100%</a:t>
            </a:r>
            <a:r>
              <a:rPr lang="zh-CN" altLang="en-US" sz="1200" b="1" dirty="0">
                <a:solidFill>
                  <a:srgbClr val="A10914"/>
                </a:solidFill>
                <a:latin typeface="微软雅黑" panose="020B0503020204020204" charset="-122"/>
                <a:ea typeface="微软雅黑" panose="020B0503020204020204" charset="-122"/>
              </a:rPr>
              <a:t>亮度</a:t>
            </a:r>
            <a:endParaRPr lang="zh-CN" altLang="en-US" sz="1200" b="1" dirty="0">
              <a:solidFill>
                <a:srgbClr val="A109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7121651" y="647201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办公模式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8598693" y="6224471"/>
            <a:ext cx="824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A10914"/>
                </a:solidFill>
                <a:latin typeface="微软雅黑" panose="020B0503020204020204" charset="-122"/>
                <a:ea typeface="微软雅黑" panose="020B0503020204020204" charset="-122"/>
              </a:rPr>
              <a:t>50%</a:t>
            </a:r>
            <a:r>
              <a:rPr lang="zh-CN" altLang="en-US" sz="1200" b="1" dirty="0">
                <a:solidFill>
                  <a:srgbClr val="A10914"/>
                </a:solidFill>
                <a:latin typeface="微软雅黑" panose="020B0503020204020204" charset="-122"/>
                <a:ea typeface="微软雅黑" panose="020B0503020204020204" charset="-122"/>
              </a:rPr>
              <a:t>亮度</a:t>
            </a:r>
            <a:endParaRPr lang="zh-CN" altLang="en-US" sz="1200" b="1" dirty="0">
              <a:solidFill>
                <a:srgbClr val="A109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8649321" y="649076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午休模式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10147832" y="6216418"/>
            <a:ext cx="7296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A10914"/>
                </a:solidFill>
                <a:latin typeface="微软雅黑" panose="020B0503020204020204" charset="-122"/>
                <a:ea typeface="微软雅黑" panose="020B0503020204020204" charset="-122"/>
              </a:rPr>
              <a:t>5%</a:t>
            </a:r>
            <a:r>
              <a:rPr lang="zh-CN" altLang="en-US" sz="1200" b="1" dirty="0">
                <a:solidFill>
                  <a:srgbClr val="A10914"/>
                </a:solidFill>
                <a:latin typeface="微软雅黑" panose="020B0503020204020204" charset="-122"/>
                <a:ea typeface="微软雅黑" panose="020B0503020204020204" charset="-122"/>
              </a:rPr>
              <a:t>亮度</a:t>
            </a:r>
            <a:endParaRPr lang="zh-CN" altLang="en-US" sz="1200" b="1" dirty="0">
              <a:solidFill>
                <a:srgbClr val="A1091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10198460" y="648271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感应模式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0" name="组合 189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196" name="图形 195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197" name="图形 196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198" name="图形 197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199" name="图形 19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200" name="图形 19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201" name="图形 20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202" name="图形 20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203" name="图形 202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204" name="图形 203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205" name="图形 204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206" name="图形 205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207" name="图形 206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208" name="图形 207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209" name="图形 20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210" name="图形 20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211" name="图形 21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-1244600" y="1409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latin typeface="+mn-ea"/>
            </a:endParaRPr>
          </a:p>
        </p:txBody>
      </p:sp>
      <p:sp>
        <p:nvSpPr>
          <p:cNvPr id="6" name="标题 22"/>
          <p:cNvSpPr txBox="1"/>
          <p:nvPr/>
        </p:nvSpPr>
        <p:spPr>
          <a:xfrm>
            <a:off x="382270" y="76835"/>
            <a:ext cx="11111865" cy="53530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软件平台支持使用公有云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本地运行两种管理方式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"/>
            </p:custDataLst>
          </p:nvPr>
        </p:nvSpPr>
        <p:spPr>
          <a:xfrm>
            <a:off x="7833361" y="957538"/>
            <a:ext cx="4145280" cy="25648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2438400" hangingPunct="0">
              <a:lnSpc>
                <a:spcPts val="32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本地部署方案适用于：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 panose="02000503000000020004"/>
            </a:endParaRPr>
          </a:p>
          <a:p>
            <a:pPr marL="342900" indent="-342900" defTabSz="2438400" hangingPunct="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现场没有外部网络，但需要软件管理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 panose="02000503000000020004"/>
            </a:endParaRPr>
          </a:p>
          <a:p>
            <a:pPr marL="342900" indent="-342900" defTabSz="2438400" hangingPunct="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运行数据不上公有云，接入设备数≤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5000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个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 panose="02000503000000020004"/>
            </a:endParaRPr>
          </a:p>
          <a:p>
            <a:pPr marL="342900" indent="-342900" defTabSz="2438400" hangingPunct="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kumimoji="0" lang="zh-CN" altLang="en-US" sz="12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典型场景：市政、地铁、央企</a:t>
            </a:r>
            <a:r>
              <a:rPr kumimoji="0" lang="en-US" altLang="zh-CN" sz="12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/</a:t>
            </a:r>
            <a:r>
              <a:rPr kumimoji="0" lang="zh-CN" altLang="en-US" sz="12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国企总部</a:t>
            </a:r>
            <a:r>
              <a:rPr kumimoji="0" lang="en-US" altLang="zh-CN" sz="12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-</a:t>
            </a:r>
            <a:r>
              <a:rPr kumimoji="0" lang="zh-CN" altLang="en-US" sz="12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本地运行需求</a:t>
            </a:r>
            <a:endParaRPr kumimoji="0" lang="zh-CN" altLang="en-US" sz="12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 panose="02000503000000020004"/>
            </a:endParaRPr>
          </a:p>
          <a:p>
            <a:pPr marL="342900" indent="-342900" defTabSz="2438400" hangingPunct="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kumimoji="0" lang="zh-CN" altLang="en-US" sz="120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支持公有云软件的多数功能，同时无需外网资源，数据保存在本地</a:t>
            </a:r>
            <a:endParaRPr kumimoji="0" lang="zh-CN" altLang="en-US" sz="120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 panose="02000503000000020004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15689" y="957538"/>
            <a:ext cx="6457803" cy="5343025"/>
            <a:chOff x="315689" y="957538"/>
            <a:chExt cx="6457803" cy="5343025"/>
          </a:xfrm>
        </p:grpSpPr>
        <p:sp>
          <p:nvSpPr>
            <p:cNvPr id="2" name="矩形: 圆角 1"/>
            <p:cNvSpPr/>
            <p:nvPr/>
          </p:nvSpPr>
          <p:spPr>
            <a:xfrm>
              <a:off x="315689" y="957538"/>
              <a:ext cx="3057424" cy="5323840"/>
            </a:xfrm>
            <a:prstGeom prst="roundRect">
              <a:avLst>
                <a:gd name="adj" fmla="val 7027"/>
              </a:avLst>
            </a:prstGeom>
            <a:gradFill>
              <a:gsLst>
                <a:gs pos="0">
                  <a:schemeClr val="bg1"/>
                </a:gs>
                <a:gs pos="100000">
                  <a:srgbClr val="97E8FB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矩形: 圆角 70"/>
            <p:cNvSpPr/>
            <p:nvPr/>
          </p:nvSpPr>
          <p:spPr>
            <a:xfrm>
              <a:off x="3716068" y="976723"/>
              <a:ext cx="3057424" cy="5323840"/>
            </a:xfrm>
            <a:prstGeom prst="roundRect">
              <a:avLst>
                <a:gd name="adj" fmla="val 7027"/>
              </a:avLst>
            </a:prstGeom>
            <a:gradFill>
              <a:gsLst>
                <a:gs pos="0">
                  <a:schemeClr val="bg1"/>
                </a:gs>
                <a:gs pos="100000">
                  <a:srgbClr val="97E8FB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17" name="直接连接符 16"/>
          <p:cNvCxnSpPr/>
          <p:nvPr/>
        </p:nvCxnSpPr>
        <p:spPr>
          <a:xfrm>
            <a:off x="1392994" y="1409700"/>
            <a:ext cx="6311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695635" y="1409700"/>
            <a:ext cx="0" cy="1111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1708551" y="3063679"/>
            <a:ext cx="0" cy="229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4881919" y="1409700"/>
            <a:ext cx="6311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5184560" y="1409700"/>
            <a:ext cx="0" cy="1111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5197476" y="3063679"/>
            <a:ext cx="0" cy="229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>
            <a:off x="1695635" y="4377575"/>
            <a:ext cx="0" cy="229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5197476" y="4377575"/>
            <a:ext cx="0" cy="229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6967731" y="3429000"/>
            <a:ext cx="4786544" cy="3191030"/>
          </a:xfrm>
          <a:prstGeom prst="rect">
            <a:avLst/>
          </a:prstGeom>
          <a:ln>
            <a:noFill/>
          </a:ln>
        </p:spPr>
      </p:sp>
      <p:sp>
        <p:nvSpPr>
          <p:cNvPr id="28" name="任意多边形: 形状 27"/>
          <p:cNvSpPr/>
          <p:nvPr/>
        </p:nvSpPr>
        <p:spPr>
          <a:xfrm>
            <a:off x="10228165" y="4837704"/>
            <a:ext cx="1029100" cy="1182873"/>
          </a:xfrm>
          <a:custGeom>
            <a:avLst/>
            <a:gdLst>
              <a:gd name="connsiteX0" fmla="*/ 0 w 1182872"/>
              <a:gd name="connsiteY0" fmla="*/ 514550 h 1029099"/>
              <a:gd name="connsiteX1" fmla="*/ 257275 w 1182872"/>
              <a:gd name="connsiteY1" fmla="*/ 0 h 1029099"/>
              <a:gd name="connsiteX2" fmla="*/ 925597 w 1182872"/>
              <a:gd name="connsiteY2" fmla="*/ 0 h 1029099"/>
              <a:gd name="connsiteX3" fmla="*/ 1182872 w 1182872"/>
              <a:gd name="connsiteY3" fmla="*/ 514550 h 1029099"/>
              <a:gd name="connsiteX4" fmla="*/ 925597 w 1182872"/>
              <a:gd name="connsiteY4" fmla="*/ 1029099 h 1029099"/>
              <a:gd name="connsiteX5" fmla="*/ 257275 w 1182872"/>
              <a:gd name="connsiteY5" fmla="*/ 1029099 h 1029099"/>
              <a:gd name="connsiteX6" fmla="*/ 0 w 1182872"/>
              <a:gd name="connsiteY6" fmla="*/ 514550 h 1029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2872" h="1029099">
                <a:moveTo>
                  <a:pt x="591435" y="0"/>
                </a:moveTo>
                <a:lnTo>
                  <a:pt x="1182871" y="223830"/>
                </a:lnTo>
                <a:lnTo>
                  <a:pt x="1182871" y="805269"/>
                </a:lnTo>
                <a:lnTo>
                  <a:pt x="591435" y="1029099"/>
                </a:lnTo>
                <a:lnTo>
                  <a:pt x="1" y="805269"/>
                </a:lnTo>
                <a:lnTo>
                  <a:pt x="1" y="223830"/>
                </a:lnTo>
                <a:lnTo>
                  <a:pt x="591435" y="0"/>
                </a:lnTo>
                <a:close/>
              </a:path>
            </a:pathLst>
          </a:cu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2758" tIns="256722" rIns="232759" bIns="256721" numCol="1" spcCol="1270" anchor="ctr" anchorCtr="0">
            <a:noAutofit/>
          </a:bodyPr>
          <a:lstStyle/>
          <a:p>
            <a:pPr marL="0" lvl="0" indent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1900" kern="1200"/>
          </a:p>
        </p:txBody>
      </p:sp>
      <p:sp>
        <p:nvSpPr>
          <p:cNvPr id="30" name="任意多边形: 形状 29"/>
          <p:cNvSpPr/>
          <p:nvPr/>
        </p:nvSpPr>
        <p:spPr>
          <a:xfrm>
            <a:off x="10170087" y="3665630"/>
            <a:ext cx="1320085" cy="709723"/>
          </a:xfrm>
          <a:custGeom>
            <a:avLst/>
            <a:gdLst>
              <a:gd name="connsiteX0" fmla="*/ 0 w 1320085"/>
              <a:gd name="connsiteY0" fmla="*/ 0 h 709723"/>
              <a:gd name="connsiteX1" fmla="*/ 1320085 w 1320085"/>
              <a:gd name="connsiteY1" fmla="*/ 0 h 709723"/>
              <a:gd name="connsiteX2" fmla="*/ 1320085 w 1320085"/>
              <a:gd name="connsiteY2" fmla="*/ 709723 h 709723"/>
              <a:gd name="connsiteX3" fmla="*/ 0 w 1320085"/>
              <a:gd name="connsiteY3" fmla="*/ 709723 h 709723"/>
              <a:gd name="connsiteX4" fmla="*/ 0 w 1320085"/>
              <a:gd name="connsiteY4" fmla="*/ 0 h 7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0085" h="709723">
                <a:moveTo>
                  <a:pt x="0" y="0"/>
                </a:moveTo>
                <a:lnTo>
                  <a:pt x="1320085" y="0"/>
                </a:lnTo>
                <a:lnTo>
                  <a:pt x="1320085" y="709723"/>
                </a:lnTo>
                <a:lnTo>
                  <a:pt x="0" y="70972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4300" tIns="114300" rIns="114300" bIns="114300" numCol="1" spcCol="1270" anchor="ctr" anchorCtr="0">
            <a:noAutofit/>
          </a:bodyPr>
          <a:lstStyle/>
          <a:p>
            <a:pPr marL="0" lvl="0" indent="0" algn="l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000" kern="1200"/>
          </a:p>
        </p:txBody>
      </p:sp>
      <p:sp>
        <p:nvSpPr>
          <p:cNvPr id="85" name="任意多边形: 形状 84"/>
          <p:cNvSpPr/>
          <p:nvPr/>
        </p:nvSpPr>
        <p:spPr>
          <a:xfrm>
            <a:off x="7933063" y="4766667"/>
            <a:ext cx="1029100" cy="1182873"/>
          </a:xfrm>
          <a:custGeom>
            <a:avLst/>
            <a:gdLst>
              <a:gd name="connsiteX0" fmla="*/ 0 w 1182872"/>
              <a:gd name="connsiteY0" fmla="*/ 514550 h 1029099"/>
              <a:gd name="connsiteX1" fmla="*/ 257275 w 1182872"/>
              <a:gd name="connsiteY1" fmla="*/ 0 h 1029099"/>
              <a:gd name="connsiteX2" fmla="*/ 925597 w 1182872"/>
              <a:gd name="connsiteY2" fmla="*/ 0 h 1029099"/>
              <a:gd name="connsiteX3" fmla="*/ 1182872 w 1182872"/>
              <a:gd name="connsiteY3" fmla="*/ 514550 h 1029099"/>
              <a:gd name="connsiteX4" fmla="*/ 925597 w 1182872"/>
              <a:gd name="connsiteY4" fmla="*/ 1029099 h 1029099"/>
              <a:gd name="connsiteX5" fmla="*/ 257275 w 1182872"/>
              <a:gd name="connsiteY5" fmla="*/ 1029099 h 1029099"/>
              <a:gd name="connsiteX6" fmla="*/ 0 w 1182872"/>
              <a:gd name="connsiteY6" fmla="*/ 514550 h 1029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2872" h="1029099">
                <a:moveTo>
                  <a:pt x="591435" y="0"/>
                </a:moveTo>
                <a:lnTo>
                  <a:pt x="1182871" y="223830"/>
                </a:lnTo>
                <a:lnTo>
                  <a:pt x="1182871" y="805269"/>
                </a:lnTo>
                <a:lnTo>
                  <a:pt x="591435" y="1029099"/>
                </a:lnTo>
                <a:lnTo>
                  <a:pt x="1" y="805269"/>
                </a:lnTo>
                <a:lnTo>
                  <a:pt x="1" y="223830"/>
                </a:lnTo>
                <a:lnTo>
                  <a:pt x="591435" y="0"/>
                </a:lnTo>
                <a:close/>
              </a:path>
            </a:pathLst>
          </a:cu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0368" tIns="184332" rIns="160369" bIns="184331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600" kern="1200"/>
          </a:p>
        </p:txBody>
      </p:sp>
      <p:sp>
        <p:nvSpPr>
          <p:cNvPr id="86" name="任意多边形: 形状 85"/>
          <p:cNvSpPr/>
          <p:nvPr/>
        </p:nvSpPr>
        <p:spPr>
          <a:xfrm>
            <a:off x="8544732" y="3780452"/>
            <a:ext cx="1029100" cy="1182873"/>
          </a:xfrm>
          <a:custGeom>
            <a:avLst/>
            <a:gdLst>
              <a:gd name="connsiteX0" fmla="*/ 0 w 1182872"/>
              <a:gd name="connsiteY0" fmla="*/ 514550 h 1029099"/>
              <a:gd name="connsiteX1" fmla="*/ 257275 w 1182872"/>
              <a:gd name="connsiteY1" fmla="*/ 0 h 1029099"/>
              <a:gd name="connsiteX2" fmla="*/ 925597 w 1182872"/>
              <a:gd name="connsiteY2" fmla="*/ 0 h 1029099"/>
              <a:gd name="connsiteX3" fmla="*/ 1182872 w 1182872"/>
              <a:gd name="connsiteY3" fmla="*/ 514550 h 1029099"/>
              <a:gd name="connsiteX4" fmla="*/ 925597 w 1182872"/>
              <a:gd name="connsiteY4" fmla="*/ 1029099 h 1029099"/>
              <a:gd name="connsiteX5" fmla="*/ 257275 w 1182872"/>
              <a:gd name="connsiteY5" fmla="*/ 1029099 h 1029099"/>
              <a:gd name="connsiteX6" fmla="*/ 0 w 1182872"/>
              <a:gd name="connsiteY6" fmla="*/ 514550 h 1029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2872" h="1029099">
                <a:moveTo>
                  <a:pt x="591435" y="0"/>
                </a:moveTo>
                <a:lnTo>
                  <a:pt x="1182871" y="223830"/>
                </a:lnTo>
                <a:lnTo>
                  <a:pt x="1182871" y="805269"/>
                </a:lnTo>
                <a:lnTo>
                  <a:pt x="591435" y="1029099"/>
                </a:lnTo>
                <a:lnTo>
                  <a:pt x="1" y="805269"/>
                </a:lnTo>
                <a:lnTo>
                  <a:pt x="1" y="223830"/>
                </a:lnTo>
                <a:lnTo>
                  <a:pt x="591435" y="0"/>
                </a:lnTo>
                <a:close/>
              </a:path>
            </a:pathLst>
          </a:custGeom>
          <a:blipFill rotWithShape="0"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32758" tIns="256722" rIns="232759" bIns="256721" numCol="1" spcCol="1270" anchor="ctr" anchorCtr="0">
            <a:noAutofit/>
          </a:bodyPr>
          <a:lstStyle/>
          <a:p>
            <a:pPr marL="0" lvl="0" indent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1900" kern="1200"/>
          </a:p>
        </p:txBody>
      </p:sp>
      <p:sp>
        <p:nvSpPr>
          <p:cNvPr id="87" name="任意多边形: 形状 86"/>
          <p:cNvSpPr/>
          <p:nvPr/>
        </p:nvSpPr>
        <p:spPr>
          <a:xfrm>
            <a:off x="7231832" y="4669653"/>
            <a:ext cx="1277502" cy="709723"/>
          </a:xfrm>
          <a:custGeom>
            <a:avLst/>
            <a:gdLst>
              <a:gd name="connsiteX0" fmla="*/ 0 w 1277502"/>
              <a:gd name="connsiteY0" fmla="*/ 0 h 709723"/>
              <a:gd name="connsiteX1" fmla="*/ 1277502 w 1277502"/>
              <a:gd name="connsiteY1" fmla="*/ 0 h 709723"/>
              <a:gd name="connsiteX2" fmla="*/ 1277502 w 1277502"/>
              <a:gd name="connsiteY2" fmla="*/ 709723 h 709723"/>
              <a:gd name="connsiteX3" fmla="*/ 0 w 1277502"/>
              <a:gd name="connsiteY3" fmla="*/ 709723 h 709723"/>
              <a:gd name="connsiteX4" fmla="*/ 0 w 1277502"/>
              <a:gd name="connsiteY4" fmla="*/ 0 h 7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7502" h="709723">
                <a:moveTo>
                  <a:pt x="0" y="0"/>
                </a:moveTo>
                <a:lnTo>
                  <a:pt x="1277502" y="0"/>
                </a:lnTo>
                <a:lnTo>
                  <a:pt x="1277502" y="709723"/>
                </a:lnTo>
                <a:lnTo>
                  <a:pt x="0" y="70972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4300" tIns="114300" rIns="114300" bIns="114300" numCol="1" spcCol="1270" anchor="ctr" anchorCtr="0">
            <a:noAutofit/>
          </a:bodyPr>
          <a:lstStyle/>
          <a:p>
            <a:pPr marL="0" lvl="0" indent="0" algn="r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000" kern="1200"/>
          </a:p>
        </p:txBody>
      </p:sp>
      <p:sp>
        <p:nvSpPr>
          <p:cNvPr id="88" name="任意多边形: 形状 87"/>
          <p:cNvSpPr/>
          <p:nvPr/>
        </p:nvSpPr>
        <p:spPr>
          <a:xfrm>
            <a:off x="9697882" y="3825004"/>
            <a:ext cx="1029100" cy="1182873"/>
          </a:xfrm>
          <a:custGeom>
            <a:avLst/>
            <a:gdLst>
              <a:gd name="connsiteX0" fmla="*/ 0 w 1182872"/>
              <a:gd name="connsiteY0" fmla="*/ 514550 h 1029099"/>
              <a:gd name="connsiteX1" fmla="*/ 257275 w 1182872"/>
              <a:gd name="connsiteY1" fmla="*/ 0 h 1029099"/>
              <a:gd name="connsiteX2" fmla="*/ 925597 w 1182872"/>
              <a:gd name="connsiteY2" fmla="*/ 0 h 1029099"/>
              <a:gd name="connsiteX3" fmla="*/ 1182872 w 1182872"/>
              <a:gd name="connsiteY3" fmla="*/ 514550 h 1029099"/>
              <a:gd name="connsiteX4" fmla="*/ 925597 w 1182872"/>
              <a:gd name="connsiteY4" fmla="*/ 1029099 h 1029099"/>
              <a:gd name="connsiteX5" fmla="*/ 257275 w 1182872"/>
              <a:gd name="connsiteY5" fmla="*/ 1029099 h 1029099"/>
              <a:gd name="connsiteX6" fmla="*/ 0 w 1182872"/>
              <a:gd name="connsiteY6" fmla="*/ 514550 h 1029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2872" h="1029099">
                <a:moveTo>
                  <a:pt x="591435" y="0"/>
                </a:moveTo>
                <a:lnTo>
                  <a:pt x="1182871" y="223830"/>
                </a:lnTo>
                <a:lnTo>
                  <a:pt x="1182871" y="805269"/>
                </a:lnTo>
                <a:lnTo>
                  <a:pt x="591435" y="1029099"/>
                </a:lnTo>
                <a:lnTo>
                  <a:pt x="1" y="805269"/>
                </a:lnTo>
                <a:lnTo>
                  <a:pt x="1" y="223830"/>
                </a:lnTo>
                <a:lnTo>
                  <a:pt x="591435" y="0"/>
                </a:lnTo>
                <a:close/>
              </a:path>
            </a:pathLst>
          </a:custGeom>
          <a:blipFill rotWithShape="0"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0368" tIns="184332" rIns="160369" bIns="184331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600" kern="1200"/>
          </a:p>
        </p:txBody>
      </p:sp>
      <p:sp>
        <p:nvSpPr>
          <p:cNvPr id="90" name="任意多边形: 形状 89"/>
          <p:cNvSpPr/>
          <p:nvPr/>
        </p:nvSpPr>
        <p:spPr>
          <a:xfrm>
            <a:off x="10162902" y="5021049"/>
            <a:ext cx="1320085" cy="709723"/>
          </a:xfrm>
          <a:custGeom>
            <a:avLst/>
            <a:gdLst>
              <a:gd name="connsiteX0" fmla="*/ 0 w 1320085"/>
              <a:gd name="connsiteY0" fmla="*/ 0 h 709723"/>
              <a:gd name="connsiteX1" fmla="*/ 1320085 w 1320085"/>
              <a:gd name="connsiteY1" fmla="*/ 0 h 709723"/>
              <a:gd name="connsiteX2" fmla="*/ 1320085 w 1320085"/>
              <a:gd name="connsiteY2" fmla="*/ 709723 h 709723"/>
              <a:gd name="connsiteX3" fmla="*/ 0 w 1320085"/>
              <a:gd name="connsiteY3" fmla="*/ 709723 h 709723"/>
              <a:gd name="connsiteX4" fmla="*/ 0 w 1320085"/>
              <a:gd name="connsiteY4" fmla="*/ 0 h 7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0085" h="709723">
                <a:moveTo>
                  <a:pt x="0" y="0"/>
                </a:moveTo>
                <a:lnTo>
                  <a:pt x="1320085" y="0"/>
                </a:lnTo>
                <a:lnTo>
                  <a:pt x="1320085" y="709723"/>
                </a:lnTo>
                <a:lnTo>
                  <a:pt x="0" y="70972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4300" tIns="114300" rIns="114300" bIns="114300" numCol="1" spcCol="1270" anchor="ctr" anchorCtr="0">
            <a:noAutofit/>
          </a:bodyPr>
          <a:lstStyle/>
          <a:p>
            <a:pPr marL="0" lvl="0" indent="0" algn="l" defTabSz="1333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000" kern="1200"/>
          </a:p>
        </p:txBody>
      </p:sp>
      <p:sp>
        <p:nvSpPr>
          <p:cNvPr id="92" name="任意多边形: 形状 91"/>
          <p:cNvSpPr/>
          <p:nvPr/>
        </p:nvSpPr>
        <p:spPr>
          <a:xfrm>
            <a:off x="9066460" y="4837704"/>
            <a:ext cx="1029100" cy="1182873"/>
          </a:xfrm>
          <a:custGeom>
            <a:avLst/>
            <a:gdLst>
              <a:gd name="connsiteX0" fmla="*/ 0 w 1182872"/>
              <a:gd name="connsiteY0" fmla="*/ 514550 h 1029099"/>
              <a:gd name="connsiteX1" fmla="*/ 257275 w 1182872"/>
              <a:gd name="connsiteY1" fmla="*/ 0 h 1029099"/>
              <a:gd name="connsiteX2" fmla="*/ 925597 w 1182872"/>
              <a:gd name="connsiteY2" fmla="*/ 0 h 1029099"/>
              <a:gd name="connsiteX3" fmla="*/ 1182872 w 1182872"/>
              <a:gd name="connsiteY3" fmla="*/ 514550 h 1029099"/>
              <a:gd name="connsiteX4" fmla="*/ 925597 w 1182872"/>
              <a:gd name="connsiteY4" fmla="*/ 1029099 h 1029099"/>
              <a:gd name="connsiteX5" fmla="*/ 257275 w 1182872"/>
              <a:gd name="connsiteY5" fmla="*/ 1029099 h 1029099"/>
              <a:gd name="connsiteX6" fmla="*/ 0 w 1182872"/>
              <a:gd name="connsiteY6" fmla="*/ 514550 h 1029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82872" h="1029099">
                <a:moveTo>
                  <a:pt x="591435" y="0"/>
                </a:moveTo>
                <a:lnTo>
                  <a:pt x="1182871" y="223830"/>
                </a:lnTo>
                <a:lnTo>
                  <a:pt x="1182871" y="805269"/>
                </a:lnTo>
                <a:lnTo>
                  <a:pt x="591435" y="1029099"/>
                </a:lnTo>
                <a:lnTo>
                  <a:pt x="1" y="805269"/>
                </a:lnTo>
                <a:lnTo>
                  <a:pt x="1" y="223830"/>
                </a:lnTo>
                <a:lnTo>
                  <a:pt x="591435" y="0"/>
                </a:lnTo>
                <a:close/>
              </a:path>
            </a:pathLst>
          </a:custGeom>
          <a:blipFill rotWithShape="0"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0368" tIns="184332" rIns="160369" bIns="184331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zh-CN" altLang="en-US" sz="3600" kern="12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751" y="1054105"/>
            <a:ext cx="6425741" cy="5803895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37" name="图形 36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38" name="图形 37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39" name="图形 38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40" name="图形 39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41" name="图形 40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42" name="图形 41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43" name="图形 42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44" name="图形 43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45" name="图形 44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46" name="图形 45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>
            <a:off x="1766312" y="3375896"/>
            <a:ext cx="52811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22"/>
          <p:cNvSpPr txBox="1"/>
          <p:nvPr/>
        </p:nvSpPr>
        <p:spPr>
          <a:xfrm>
            <a:off x="382270" y="76835"/>
            <a:ext cx="11111865" cy="53530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应用扩展性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三方集成与被集成能力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圆角矩形"/>
          <p:cNvSpPr/>
          <p:nvPr>
            <p:custDataLst>
              <p:tags r:id="rId1"/>
            </p:custDataLst>
          </p:nvPr>
        </p:nvSpPr>
        <p:spPr>
          <a:xfrm>
            <a:off x="6535420" y="836930"/>
            <a:ext cx="5353685" cy="346710"/>
          </a:xfrm>
          <a:prstGeom prst="roundRect">
            <a:avLst>
              <a:gd name="adj" fmla="val 13944"/>
            </a:avLst>
          </a:prstGeom>
          <a:gradFill flip="none" rotWithShape="1">
            <a:gsLst>
              <a:gs pos="0">
                <a:srgbClr val="56C1FF"/>
              </a:gs>
              <a:gs pos="100000">
                <a:srgbClr val="3458EC"/>
              </a:gs>
            </a:gsLst>
            <a:lin ang="10790832" scaled="0"/>
          </a:gradFill>
          <a:ln w="12700" cap="flat">
            <a:noFill/>
            <a:miter lim="400000"/>
          </a:ln>
          <a:effectLst>
            <a:outerShdw blurRad="190500" dist="139700" dir="5400000" rotWithShape="0">
              <a:srgbClr val="61A2F6">
                <a:alpha val="12627"/>
              </a:srgbClr>
            </a:outerShdw>
          </a:effectLst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、被集成能力：提供标准接口或页面嵌入方式完成数据接入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"/>
          <p:cNvSpPr/>
          <p:nvPr>
            <p:custDataLst>
              <p:tags r:id="rId2"/>
            </p:custDataLst>
          </p:nvPr>
        </p:nvSpPr>
        <p:spPr>
          <a:xfrm>
            <a:off x="135890" y="836930"/>
            <a:ext cx="6290310" cy="346710"/>
          </a:xfrm>
          <a:prstGeom prst="roundRect">
            <a:avLst>
              <a:gd name="adj" fmla="val 13944"/>
            </a:avLst>
          </a:prstGeom>
          <a:gradFill flip="none" rotWithShape="1">
            <a:gsLst>
              <a:gs pos="0">
                <a:srgbClr val="56C1FF"/>
              </a:gs>
              <a:gs pos="100000">
                <a:srgbClr val="3458EC"/>
              </a:gs>
            </a:gsLst>
            <a:lin ang="10790832" scaled="0"/>
          </a:gradFill>
          <a:ln w="12700" cap="flat">
            <a:noFill/>
            <a:miter lim="400000"/>
          </a:ln>
          <a:effectLst>
            <a:outerShdw blurRad="190500" dist="139700" dir="5400000" rotWithShape="0">
              <a:srgbClr val="61A2F6">
                <a:alpha val="12627"/>
              </a:srgbClr>
            </a:outerShdw>
          </a:effectLst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、集成能力：空调集控网关对接（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V1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V2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空调对接方式）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5890" y="1243115"/>
            <a:ext cx="6548120" cy="142628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  <a:buNone/>
            </a:pPr>
            <a:r>
              <a:rPr 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空调集控网关（集成三方网关）</a:t>
            </a:r>
            <a:endParaRPr lang="zh-CN" sz="1600" b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200000"/>
              </a:lnSpc>
              <a:buNone/>
            </a:pPr>
            <a:r>
              <a:rPr lang="zh-CN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功能：控制多联机空调系统下的所有室内机组</a:t>
            </a:r>
            <a:endParaRPr lang="zh-CN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200000"/>
              </a:lnSpc>
              <a:buNone/>
            </a:pPr>
            <a:r>
              <a:rPr lang="zh-CN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安装：室外机或者</a:t>
            </a:r>
            <a:r>
              <a:rPr lang="zh-CN" sz="11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任意一台</a:t>
            </a:r>
            <a:r>
              <a:rPr lang="zh-CN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室内机总线端子，通过</a:t>
            </a:r>
            <a:r>
              <a:rPr lang="zh-CN" sz="11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蓝牙</a:t>
            </a:r>
            <a:r>
              <a:rPr lang="zh-CN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网关进入系统</a:t>
            </a:r>
            <a:endParaRPr lang="zh-CN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200000"/>
              </a:lnSpc>
              <a:buNone/>
            </a:pPr>
            <a:r>
              <a:rPr lang="zh-CN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支持：</a:t>
            </a:r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30+</a:t>
            </a: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以上多联机空调品牌（大金、日立、东芝、格力、三菱重工、美的、博世、海尔等）</a:t>
            </a:r>
            <a:endParaRPr lang="zh-CN" altLang="en-US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0" y="6374663"/>
            <a:ext cx="6096000" cy="4833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  <a:buNone/>
            </a:pP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</a:t>
            </a: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：项目内空调采用的是</a:t>
            </a:r>
            <a:r>
              <a:rPr lang="en-US" altLang="zh-CN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VRV</a:t>
            </a:r>
            <a:r>
              <a:rPr lang="zh-CN" altLang="en-US" sz="9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多联机系统，睿壹已支持通过空调网关实现控制管理功能</a:t>
            </a:r>
            <a:endParaRPr lang="zh-CN" altLang="en-US" sz="9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sz="9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</a:t>
            </a:r>
            <a:r>
              <a:rPr lang="en-US" altLang="zh-CN" sz="9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9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：如项目内使用的是其他方式的控制设备，联系研发评估接入可行性</a:t>
            </a:r>
            <a:endParaRPr lang="zh-CN" altLang="en-US" sz="9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6" t="12705" r="10460" b="62832"/>
          <a:stretch>
            <a:fillRect/>
          </a:stretch>
        </p:blipFill>
        <p:spPr>
          <a:xfrm>
            <a:off x="590069" y="4596104"/>
            <a:ext cx="1562318" cy="483337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2236681" y="2832434"/>
            <a:ext cx="1881644" cy="1394045"/>
            <a:chOff x="-1295959" y="2835527"/>
            <a:chExt cx="5014381" cy="3714982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66" t="36539" r="5141" b="937"/>
            <a:stretch>
              <a:fillRect/>
            </a:stretch>
          </p:blipFill>
          <p:spPr>
            <a:xfrm>
              <a:off x="-1295959" y="2835527"/>
              <a:ext cx="5014381" cy="3714982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86128" y="3154909"/>
              <a:ext cx="1133475" cy="990600"/>
            </a:xfrm>
            <a:prstGeom prst="rect">
              <a:avLst/>
            </a:prstGeom>
          </p:spPr>
        </p:pic>
      </p:grpSp>
      <p:pic>
        <p:nvPicPr>
          <p:cNvPr id="35" name="图片 3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6" t="12705" r="10460" b="62832"/>
          <a:stretch>
            <a:fillRect/>
          </a:stretch>
        </p:blipFill>
        <p:spPr>
          <a:xfrm>
            <a:off x="2400223" y="4596103"/>
            <a:ext cx="1562318" cy="483337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799" y="5345197"/>
            <a:ext cx="700507" cy="669024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828" y="5368752"/>
            <a:ext cx="700507" cy="669024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6" t="12705" r="10460" b="62832"/>
          <a:stretch>
            <a:fillRect/>
          </a:stretch>
        </p:blipFill>
        <p:spPr>
          <a:xfrm>
            <a:off x="4258427" y="4596103"/>
            <a:ext cx="1562318" cy="483337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569" y="5362076"/>
            <a:ext cx="700507" cy="669024"/>
          </a:xfrm>
          <a:prstGeom prst="rect">
            <a:avLst/>
          </a:prstGeom>
        </p:spPr>
      </p:pic>
      <p:cxnSp>
        <p:nvCxnSpPr>
          <p:cNvPr id="5" name="直接连接符 4"/>
          <p:cNvCxnSpPr>
            <a:stCxn id="36" idx="0"/>
          </p:cNvCxnSpPr>
          <p:nvPr/>
        </p:nvCxnSpPr>
        <p:spPr>
          <a:xfrm flipH="1" flipV="1">
            <a:off x="1269628" y="5079441"/>
            <a:ext cx="1425" cy="2657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3125576" y="5079440"/>
            <a:ext cx="0" cy="25572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170327" y="4407167"/>
            <a:ext cx="0" cy="25572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33" idx="2"/>
          </p:cNvCxnSpPr>
          <p:nvPr/>
        </p:nvCxnSpPr>
        <p:spPr>
          <a:xfrm>
            <a:off x="3177503" y="4226479"/>
            <a:ext cx="0" cy="1806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1300448" y="4407167"/>
            <a:ext cx="389039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1300448" y="4398437"/>
            <a:ext cx="0" cy="1806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3177503" y="4410585"/>
            <a:ext cx="0" cy="1806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/>
          <p:cNvGrpSpPr/>
          <p:nvPr/>
        </p:nvGrpSpPr>
        <p:grpSpPr>
          <a:xfrm>
            <a:off x="556551" y="2999633"/>
            <a:ext cx="1265090" cy="998735"/>
            <a:chOff x="4009708" y="4613335"/>
            <a:chExt cx="2514947" cy="1985443"/>
          </a:xfrm>
        </p:grpSpPr>
        <p:pic>
          <p:nvPicPr>
            <p:cNvPr id="49" name="图片 48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75" t="34600" r="28512" b="23400"/>
            <a:stretch>
              <a:fillRect/>
            </a:stretch>
          </p:blipFill>
          <p:spPr>
            <a:xfrm>
              <a:off x="4009708" y="4613335"/>
              <a:ext cx="2514947" cy="1508968"/>
            </a:xfrm>
            <a:prstGeom prst="rect">
              <a:avLst/>
            </a:prstGeom>
          </p:spPr>
        </p:pic>
        <p:sp>
          <p:nvSpPr>
            <p:cNvPr id="50" name="文本框 49"/>
            <p:cNvSpPr txBox="1"/>
            <p:nvPr/>
          </p:nvSpPr>
          <p:spPr>
            <a:xfrm>
              <a:off x="4642330" y="6048116"/>
              <a:ext cx="1590802" cy="5506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集成网关</a:t>
              </a:r>
              <a:endParaRPr lang="zh-CN" altLang="en-US" sz="1200" b="1" dirty="0"/>
            </a:p>
          </p:txBody>
        </p:sp>
      </p:grpSp>
      <p:sp>
        <p:nvSpPr>
          <p:cNvPr id="52" name="矩形: 圆角 51"/>
          <p:cNvSpPr/>
          <p:nvPr/>
        </p:nvSpPr>
        <p:spPr>
          <a:xfrm>
            <a:off x="6597218" y="2952282"/>
            <a:ext cx="2421913" cy="3610474"/>
          </a:xfrm>
          <a:prstGeom prst="roundRect">
            <a:avLst>
              <a:gd name="adj" fmla="val 9946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6744369" y="3316626"/>
            <a:ext cx="2278639" cy="2692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Modbus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协议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API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接口对接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嵌入三方系统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箭头: 右 54"/>
          <p:cNvSpPr/>
          <p:nvPr/>
        </p:nvSpPr>
        <p:spPr>
          <a:xfrm>
            <a:off x="9132275" y="4153179"/>
            <a:ext cx="253947" cy="1019427"/>
          </a:xfrm>
          <a:prstGeom prst="rightArrow">
            <a:avLst>
              <a:gd name="adj1" fmla="val 50000"/>
              <a:gd name="adj2" fmla="val 77495"/>
            </a:avLst>
          </a:prstGeom>
          <a:solidFill>
            <a:srgbClr val="A5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/>
          <p:cNvSpPr/>
          <p:nvPr/>
        </p:nvSpPr>
        <p:spPr>
          <a:xfrm>
            <a:off x="9444490" y="2952282"/>
            <a:ext cx="2421913" cy="3610474"/>
          </a:xfrm>
          <a:prstGeom prst="roundRect">
            <a:avLst>
              <a:gd name="adj" fmla="val 9946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9807704" y="4244042"/>
            <a:ext cx="2278639" cy="845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欧普云平台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426829" y="1220853"/>
            <a:ext cx="6548120" cy="41819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  <a:buNone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第三方系统对接方式：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62" name="图片 61" descr="罗湖会客厅全屏（黑夜）2D 1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597218" y="1701170"/>
            <a:ext cx="1624962" cy="9144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  <a:softEdge rad="25400"/>
          </a:effectLst>
        </p:spPr>
      </p:pic>
      <p:pic>
        <p:nvPicPr>
          <p:cNvPr id="63" name="图片 62" descr="2222222222@3x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399144" y="1721890"/>
            <a:ext cx="1626235" cy="91503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  <a:softEdge rad="25400"/>
          </a:effectLst>
        </p:spPr>
      </p:pic>
      <p:pic>
        <p:nvPicPr>
          <p:cNvPr id="64" name="图片 6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0207725" y="1701170"/>
            <a:ext cx="1689735" cy="9144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  <a:softEdge rad="25400"/>
          </a:effectLst>
        </p:spPr>
      </p:pic>
      <p:cxnSp>
        <p:nvCxnSpPr>
          <p:cNvPr id="67" name="直接连接符 66"/>
          <p:cNvCxnSpPr/>
          <p:nvPr/>
        </p:nvCxnSpPr>
        <p:spPr>
          <a:xfrm flipV="1">
            <a:off x="5166623" y="5050126"/>
            <a:ext cx="0" cy="25572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54" name="图形 53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59" name="图形 58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60" name="图形 59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61" name="图形 60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65" name="图形 64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66" name="图形 65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68" name="图形 67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69" name="图形 68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70" name="图形 69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71" name="图形 70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72" name="图形 7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73" name="图形 72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74" name="图形 73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75" name="图形 74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76" name="图形 75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77" name="图形 76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2110" y="3212284"/>
            <a:ext cx="3406292" cy="19763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  <p:sp>
        <p:nvSpPr>
          <p:cNvPr id="102" name="标题 22"/>
          <p:cNvSpPr txBox="1"/>
          <p:nvPr/>
        </p:nvSpPr>
        <p:spPr>
          <a:xfrm>
            <a:off x="158750" y="15091"/>
            <a:ext cx="11111865" cy="59817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软件平台认证证书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6994" y="1427504"/>
            <a:ext cx="2870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4400" b="0" i="0" dirty="0">
                <a:solidFill>
                  <a:srgbClr val="C00000"/>
                </a:solidFill>
                <a:effectLst/>
                <a:latin typeface="Sitka Small" panose="02000505000000020004" pitchFamily="2" charset="0"/>
                <a:ea typeface="PingFang SC" panose="020B0400000000000000" pitchFamily="34" charset="-122"/>
              </a:rPr>
              <a:t>ITSS</a:t>
            </a:r>
            <a:endParaRPr lang="en-GB" altLang="zh-CN" sz="4400" b="0" i="0" dirty="0">
              <a:solidFill>
                <a:srgbClr val="C00000"/>
              </a:solidFill>
              <a:effectLst/>
              <a:latin typeface="Sitka Small" panose="02000505000000020004" pitchFamily="2" charset="0"/>
              <a:ea typeface="PingFang SC" panose="020B04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0166" y="2927013"/>
            <a:ext cx="3269615" cy="22955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449397" y="2660814"/>
            <a:ext cx="4981987" cy="35562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  <p:sp>
        <p:nvSpPr>
          <p:cNvPr id="4" name="文本框 3"/>
          <p:cNvSpPr txBox="1"/>
          <p:nvPr/>
        </p:nvSpPr>
        <p:spPr>
          <a:xfrm>
            <a:off x="158750" y="6370300"/>
            <a:ext cx="6096000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50000"/>
              </a:lnSpc>
              <a:buNone/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注：证书主体为苏州欧普照明有限公司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312" y="2166035"/>
            <a:ext cx="1635563" cy="458769"/>
          </a:xfrm>
          <a:prstGeom prst="rect">
            <a:avLst/>
          </a:prstGeom>
          <a:solidFill>
            <a:srgbClr val="A5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信息技术服务标准</a:t>
            </a:r>
            <a:endParaRPr lang="en-US" altLang="zh-CN" sz="14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476545" y="1250428"/>
            <a:ext cx="2870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4400" dirty="0">
                <a:solidFill>
                  <a:srgbClr val="C00000"/>
                </a:solidFill>
                <a:latin typeface="Sitka Small" panose="02000505000000020004" pitchFamily="2" charset="0"/>
                <a:ea typeface="PingFang SC" panose="020B0400000000000000" pitchFamily="34" charset="-122"/>
              </a:rPr>
              <a:t>CMMI</a:t>
            </a:r>
            <a:endParaRPr lang="en-GB" altLang="zh-CN" sz="4400" b="0" i="0" dirty="0">
              <a:solidFill>
                <a:srgbClr val="C00000"/>
              </a:solidFill>
              <a:effectLst/>
              <a:latin typeface="Sitka Small" panose="02000505000000020004" pitchFamily="2" charset="0"/>
              <a:ea typeface="PingFang SC" panose="020B0400000000000000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844464" y="1982947"/>
            <a:ext cx="2187701" cy="458769"/>
          </a:xfrm>
          <a:prstGeom prst="rect">
            <a:avLst/>
          </a:prstGeom>
          <a:solidFill>
            <a:srgbClr val="A5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软件能力成熟度模型集成</a:t>
            </a:r>
            <a:endParaRPr lang="en-US" altLang="zh-CN" sz="14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546352" y="1694734"/>
            <a:ext cx="2870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0" i="0" dirty="0">
                <a:solidFill>
                  <a:srgbClr val="C00000"/>
                </a:solidFill>
                <a:effectLst/>
                <a:latin typeface="Sitka Small" panose="02000505000000020004" pitchFamily="2" charset="0"/>
                <a:ea typeface="PingFang SC" panose="020B0400000000000000" pitchFamily="34" charset="-122"/>
              </a:rPr>
              <a:t>物联网平台</a:t>
            </a:r>
            <a:endParaRPr lang="en-GB" altLang="zh-CN" sz="2400" b="0" i="0" dirty="0">
              <a:solidFill>
                <a:srgbClr val="C00000"/>
              </a:solidFill>
              <a:effectLst/>
              <a:latin typeface="Sitka Small" panose="02000505000000020004" pitchFamily="2" charset="0"/>
              <a:ea typeface="PingFang SC" panose="020B0400000000000000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034807" y="2201301"/>
            <a:ext cx="2030753" cy="458769"/>
          </a:xfrm>
          <a:prstGeom prst="rect">
            <a:avLst/>
          </a:prstGeom>
          <a:solidFill>
            <a:srgbClr val="A534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信息系统安全等级保护</a:t>
            </a:r>
            <a:endParaRPr lang="zh-CN" altLang="en-US" sz="14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15" name="图形 14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FF0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1328849"/>
            <a:ext cx="12192000" cy="4432045"/>
            <a:chOff x="250711" y="1333484"/>
            <a:chExt cx="11690578" cy="498299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任意多边形: 形状 11"/>
            <p:cNvSpPr/>
            <p:nvPr/>
          </p:nvSpPr>
          <p:spPr>
            <a:xfrm>
              <a:off x="250711" y="1333484"/>
              <a:ext cx="3779029" cy="4982995"/>
            </a:xfrm>
            <a:custGeom>
              <a:avLst/>
              <a:gdLst/>
              <a:ahLst/>
              <a:cxnLst/>
              <a:rect l="l" t="t" r="r" b="b"/>
              <a:pathLst>
                <a:path w="1039677" h="3400506">
                  <a:moveTo>
                    <a:pt x="0" y="0"/>
                  </a:moveTo>
                  <a:cubicBezTo>
                    <a:pt x="332566" y="173515"/>
                    <a:pt x="680585" y="319415"/>
                    <a:pt x="1039677" y="427071"/>
                  </a:cubicBezTo>
                  <a:cubicBezTo>
                    <a:pt x="1039677" y="1275860"/>
                    <a:pt x="1039677" y="2124648"/>
                    <a:pt x="1039677" y="2973436"/>
                  </a:cubicBezTo>
                  <a:cubicBezTo>
                    <a:pt x="680585" y="3081092"/>
                    <a:pt x="332566" y="3226991"/>
                    <a:pt x="0" y="3400506"/>
                  </a:cubicBezTo>
                  <a:cubicBezTo>
                    <a:pt x="0" y="2267004"/>
                    <a:pt x="0" y="1133502"/>
                    <a:pt x="0" y="0"/>
                  </a:cubicBezTo>
                  <a:close/>
                </a:path>
              </a:pathLst>
            </a:custGeom>
            <a:blipFill>
              <a:blip r:embed="rId1"/>
              <a:stretch>
                <a:fillRect/>
              </a:stretch>
            </a:blip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7846829" y="1333484"/>
              <a:ext cx="4094460" cy="4980442"/>
            </a:xfrm>
            <a:custGeom>
              <a:avLst/>
              <a:gdLst/>
              <a:ahLst/>
              <a:cxnLst/>
              <a:rect l="l" t="t" r="r" b="b"/>
              <a:pathLst>
                <a:path w="1039652" h="3398764">
                  <a:moveTo>
                    <a:pt x="1039652" y="0"/>
                  </a:moveTo>
                  <a:cubicBezTo>
                    <a:pt x="1039652" y="1132922"/>
                    <a:pt x="1039652" y="2265843"/>
                    <a:pt x="1039652" y="3398764"/>
                  </a:cubicBezTo>
                  <a:cubicBezTo>
                    <a:pt x="707120" y="3225385"/>
                    <a:pt x="359104" y="3079605"/>
                    <a:pt x="0" y="2972072"/>
                  </a:cubicBezTo>
                  <a:cubicBezTo>
                    <a:pt x="0" y="2123612"/>
                    <a:pt x="0" y="1275153"/>
                    <a:pt x="0" y="426693"/>
                  </a:cubicBezTo>
                  <a:cubicBezTo>
                    <a:pt x="359104" y="319160"/>
                    <a:pt x="707120" y="173379"/>
                    <a:pt x="1039652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4226442" y="1974212"/>
              <a:ext cx="3423684" cy="3701537"/>
            </a:xfrm>
            <a:custGeom>
              <a:avLst/>
              <a:gdLst/>
              <a:ahLst/>
              <a:cxnLst/>
              <a:rect l="l" t="t" r="r" b="b"/>
              <a:pathLst>
                <a:path w="1122836" h="2192808">
                  <a:moveTo>
                    <a:pt x="0" y="0"/>
                  </a:moveTo>
                  <a:cubicBezTo>
                    <a:pt x="372111" y="44664"/>
                    <a:pt x="750696" y="44738"/>
                    <a:pt x="1122836" y="209"/>
                  </a:cubicBezTo>
                  <a:cubicBezTo>
                    <a:pt x="1122836" y="731006"/>
                    <a:pt x="1122836" y="1461802"/>
                    <a:pt x="1122836" y="2192599"/>
                  </a:cubicBezTo>
                  <a:cubicBezTo>
                    <a:pt x="750696" y="2148069"/>
                    <a:pt x="372111" y="2148143"/>
                    <a:pt x="0" y="2192808"/>
                  </a:cubicBezTo>
                  <a:cubicBezTo>
                    <a:pt x="0" y="1461872"/>
                    <a:pt x="0" y="730936"/>
                    <a:pt x="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 14"/>
          <p:cNvSpPr/>
          <p:nvPr/>
        </p:nvSpPr>
        <p:spPr>
          <a:xfrm>
            <a:off x="2557145" y="857895"/>
            <a:ext cx="67621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微软雅黑" panose="020B0503020204020204" charset="-122"/>
              </a:rPr>
              <a:t>专项改造一站式服务</a:t>
            </a:r>
            <a:endParaRPr lang="zh-CN" altLang="en-US" sz="3600" b="1" dirty="0">
              <a:solidFill>
                <a:schemeClr val="bg1"/>
              </a:solidFill>
              <a:latin typeface="华文仿宋" panose="02010600040101010101" pitchFamily="2" charset="-122"/>
              <a:ea typeface="华文仿宋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0" name="标题 22"/>
          <p:cNvSpPr txBox="1"/>
          <p:nvPr/>
        </p:nvSpPr>
        <p:spPr>
          <a:xfrm>
            <a:off x="382270" y="76835"/>
            <a:ext cx="11111865" cy="53530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完善的服务体系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-889684" y="5920057"/>
            <a:ext cx="12700684" cy="2147189"/>
          </a:xfrm>
          <a:prstGeom prst="rect">
            <a:avLst/>
          </a:prstGeom>
          <a:noFill/>
          <a:ln>
            <a:noFill/>
          </a:ln>
        </p:spPr>
        <p:txBody>
          <a:bodyPr wrap="square">
            <a:prstTxWarp prst="textArchUp">
              <a:avLst>
                <a:gd name="adj" fmla="val 8869327"/>
              </a:avLst>
            </a:prstTxWarp>
            <a:spAutoFit/>
          </a:bodyPr>
          <a:lstStyle/>
          <a:p>
            <a:pPr algn="ctr"/>
            <a:r>
              <a:rPr lang="zh-CN" altLang="en-US" sz="2400" dirty="0">
                <a:solidFill>
                  <a:srgbClr val="008C3C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专业施工                              安装调试</a:t>
            </a:r>
            <a:r>
              <a:rPr lang="zh-CN" altLang="en-US" sz="2400" dirty="0">
                <a:solidFill>
                  <a:srgbClr val="008C3C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                           技术交底</a:t>
            </a:r>
            <a:endParaRPr lang="zh-CN" altLang="en-US" sz="2400" dirty="0">
              <a:solidFill>
                <a:srgbClr val="008C3C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18" name="图形 17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19" name="图形 18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  <p:custDataLst>
      <p:tags r:id="rId6"/>
    </p:custData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矩形 179"/>
          <p:cNvSpPr/>
          <p:nvPr/>
        </p:nvSpPr>
        <p:spPr>
          <a:xfrm>
            <a:off x="0" y="737263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标题 22"/>
          <p:cNvSpPr txBox="1"/>
          <p:nvPr/>
        </p:nvSpPr>
        <p:spPr>
          <a:xfrm>
            <a:off x="214546" y="89638"/>
            <a:ext cx="11111865" cy="59817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工业核心产品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189548" y="5431698"/>
            <a:ext cx="11728450" cy="635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189548" y="4192495"/>
            <a:ext cx="11728450" cy="635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V="1">
            <a:off x="310833" y="1613760"/>
            <a:ext cx="11728450" cy="635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26048" y="6449285"/>
            <a:ext cx="11764010" cy="444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310833" y="2838040"/>
            <a:ext cx="11728450" cy="635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386080" y="1663578"/>
            <a:ext cx="676910" cy="2359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algn="ctr" defTabSz="1219200" hangingPunct="0"/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15m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＜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H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Helvetica Neue" panose="02000503000000020004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81492" y="2879475"/>
            <a:ext cx="1002665" cy="42062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algn="ctr" defTabSz="1219200" hangingPunct="0"/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10m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＜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H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＜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15m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Helvetica Neue" panose="02000503000000020004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1319400" y="1424054"/>
            <a:ext cx="1130618" cy="1102196"/>
            <a:chOff x="4549" y="3779"/>
            <a:chExt cx="3561" cy="3472"/>
          </a:xfrm>
        </p:grpSpPr>
        <p:sp>
          <p:nvSpPr>
            <p:cNvPr id="41" name="文本框 40"/>
            <p:cNvSpPr txBox="1"/>
            <p:nvPr/>
          </p:nvSpPr>
          <p:spPr>
            <a:xfrm>
              <a:off x="5174" y="3779"/>
              <a:ext cx="1423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 dirty="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鹏皓</a:t>
              </a:r>
              <a:endParaRPr lang="zh-CN" altLang="en-US" sz="9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549" y="5635"/>
              <a:ext cx="3561" cy="161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150~200W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21000~28000lm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IP43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30000H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功率因素：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0.9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319400" y="2610552"/>
            <a:ext cx="1002348" cy="1196828"/>
            <a:chOff x="4307" y="7516"/>
            <a:chExt cx="3157" cy="3769"/>
          </a:xfrm>
        </p:grpSpPr>
        <p:sp>
          <p:nvSpPr>
            <p:cNvPr id="49" name="文本框 48"/>
            <p:cNvSpPr txBox="1"/>
            <p:nvPr/>
          </p:nvSpPr>
          <p:spPr>
            <a:xfrm>
              <a:off x="4307" y="9379"/>
              <a:ext cx="3157" cy="190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100~150W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14000~21000lm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IP43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30000H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功率因素：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0.9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4932" y="7516"/>
              <a:ext cx="1423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鹏皓</a:t>
              </a:r>
              <a:endParaRPr lang="zh-CN" altLang="en-US" sz="9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1318578" y="3968341"/>
            <a:ext cx="957898" cy="1197293"/>
            <a:chOff x="4307" y="7516"/>
            <a:chExt cx="3017" cy="3771"/>
          </a:xfrm>
        </p:grpSpPr>
        <p:sp>
          <p:nvSpPr>
            <p:cNvPr id="54" name="文本框 53"/>
            <p:cNvSpPr txBox="1"/>
            <p:nvPr/>
          </p:nvSpPr>
          <p:spPr>
            <a:xfrm>
              <a:off x="4307" y="9381"/>
              <a:ext cx="3017" cy="190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fromWordArt="0" anchor="ctr" anchorCtr="0" forceAA="0" compatLnSpc="1">
              <a:spAutoFit/>
            </a:bodyPr>
            <a:lstStyle/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功率：50~100W</a:t>
              </a:r>
              <a:endParaRPr lang="zh-CN" altLang="en-US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光通量：6000~14000lm</a:t>
              </a:r>
              <a:endParaRPr lang="zh-CN" altLang="en-US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防护等级：IP43</a:t>
              </a:r>
              <a:endParaRPr lang="zh-CN" altLang="en-US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寿命：30000H</a:t>
              </a:r>
              <a:b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</a:b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功率因素：0.9</a:t>
              </a:r>
              <a:endParaRPr lang="zh-CN" altLang="en-US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4932" y="7516"/>
              <a:ext cx="1423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鹏皓</a:t>
              </a:r>
              <a:endParaRPr lang="zh-CN" altLang="en-US" sz="9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1318578" y="5219608"/>
            <a:ext cx="957580" cy="1151256"/>
            <a:chOff x="4307" y="7516"/>
            <a:chExt cx="3016" cy="3626"/>
          </a:xfrm>
        </p:grpSpPr>
        <p:sp>
          <p:nvSpPr>
            <p:cNvPr id="59" name="文本框 58"/>
            <p:cNvSpPr txBox="1"/>
            <p:nvPr/>
          </p:nvSpPr>
          <p:spPr>
            <a:xfrm>
              <a:off x="4307" y="9526"/>
              <a:ext cx="3016" cy="161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35~50W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4200~6000lm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IP43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30000H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功率因素：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0.9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4932" y="7516"/>
              <a:ext cx="1423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鹏皓</a:t>
              </a:r>
              <a:endParaRPr lang="zh-CN" altLang="en-US" sz="9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sp>
        <p:nvSpPr>
          <p:cNvPr id="60" name="文本框 59"/>
          <p:cNvSpPr txBox="1"/>
          <p:nvPr/>
        </p:nvSpPr>
        <p:spPr>
          <a:xfrm>
            <a:off x="222568" y="4221205"/>
            <a:ext cx="1002665" cy="42062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algn="ctr" defTabSz="1219200" hangingPunct="0"/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5m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＜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H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＜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10m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Helvetica Neue" panose="02000503000000020004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89548" y="5459291"/>
            <a:ext cx="1002665" cy="2359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algn="ctr" defTabSz="1219200" hangingPunct="0"/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H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＜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5m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sym typeface="Helvetica Neue" panose="02000503000000020004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1318578" y="6564508"/>
            <a:ext cx="5049838" cy="235962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algn="ctr" defTabSz="412750" hangingPunct="0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lvetica Neue Medium"/>
                <a:sym typeface="Helvetica Neue Medium"/>
              </a:rPr>
              <a:t>天棚灯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lvetica Neue Medium"/>
                <a:sym typeface="Helvetica Neue Medium"/>
              </a:rPr>
              <a:t>/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lvetica Neue Medium"/>
                <a:sym typeface="Helvetica Neue Medium"/>
              </a:rPr>
              <a:t>三防灯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lvetica Neue Medium"/>
              <a:sym typeface="Helvetica Neue Medium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6511608" y="6564508"/>
            <a:ext cx="3467418" cy="235962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algn="ctr" defTabSz="412750" hangingPunct="0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lvetica Neue Medium"/>
                <a:sym typeface="Helvetica Neue Medium"/>
              </a:rPr>
              <a:t>洁净灯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lvetica Neue Medium"/>
              <a:sym typeface="Helvetica Neue Medium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10178415" y="6564508"/>
            <a:ext cx="1676083" cy="235962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algn="ctr" defTabSz="412750" hangingPunct="0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Helvetica Neue Medium"/>
                <a:sym typeface="Helvetica Neue Medium"/>
              </a:rPr>
              <a:t>防爆灯具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Helvetica Neue Medium"/>
              <a:sym typeface="Helvetica Neue Medium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3555000" y="1385955"/>
            <a:ext cx="959168" cy="1284158"/>
            <a:chOff x="11430" y="3659"/>
            <a:chExt cx="3021" cy="4044"/>
          </a:xfrm>
        </p:grpSpPr>
        <p:pic>
          <p:nvPicPr>
            <p:cNvPr id="66" name="图片 6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430" y="4576"/>
              <a:ext cx="1970" cy="976"/>
            </a:xfrm>
            <a:prstGeom prst="rect">
              <a:avLst/>
            </a:prstGeom>
          </p:spPr>
        </p:pic>
        <p:sp>
          <p:nvSpPr>
            <p:cNvPr id="67" name="文本框 66"/>
            <p:cNvSpPr txBox="1"/>
            <p:nvPr/>
          </p:nvSpPr>
          <p:spPr>
            <a:xfrm>
              <a:off x="11430" y="5506"/>
              <a:ext cx="3021" cy="219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120~240W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20400~40800lm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IP65,WF2,IK08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100000H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功率因素：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0.95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1769" y="3659"/>
              <a:ext cx="1423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鹏晖</a:t>
              </a:r>
              <a:endParaRPr lang="zh-CN" altLang="en-US" sz="9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3555048" y="2623252"/>
            <a:ext cx="959168" cy="1283840"/>
            <a:chOff x="11430" y="3659"/>
            <a:chExt cx="3021" cy="4043"/>
          </a:xfrm>
        </p:grpSpPr>
        <p:pic>
          <p:nvPicPr>
            <p:cNvPr id="70" name="图片 6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30" y="4596"/>
              <a:ext cx="1970" cy="976"/>
            </a:xfrm>
            <a:prstGeom prst="rect">
              <a:avLst/>
            </a:prstGeom>
          </p:spPr>
        </p:pic>
        <p:sp>
          <p:nvSpPr>
            <p:cNvPr id="71" name="文本框 70"/>
            <p:cNvSpPr txBox="1"/>
            <p:nvPr/>
          </p:nvSpPr>
          <p:spPr>
            <a:xfrm>
              <a:off x="11430" y="5505"/>
              <a:ext cx="3021" cy="219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70~120W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14000~24000lm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IP65,WF2,IK08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100000H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功率因素：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0.95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1769" y="3659"/>
              <a:ext cx="1423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鹏晖</a:t>
              </a:r>
              <a:endParaRPr lang="zh-CN" altLang="en-US" sz="9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3536155" y="3968182"/>
            <a:ext cx="929323" cy="1271774"/>
            <a:chOff x="11416" y="3659"/>
            <a:chExt cx="2927" cy="4005"/>
          </a:xfrm>
        </p:grpSpPr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430" y="4556"/>
              <a:ext cx="1970" cy="976"/>
            </a:xfrm>
            <a:prstGeom prst="rect">
              <a:avLst/>
            </a:prstGeom>
          </p:spPr>
        </p:pic>
        <p:sp>
          <p:nvSpPr>
            <p:cNvPr id="75" name="文本框 74"/>
            <p:cNvSpPr txBox="1"/>
            <p:nvPr/>
          </p:nvSpPr>
          <p:spPr>
            <a:xfrm>
              <a:off x="11416" y="5467"/>
              <a:ext cx="2927" cy="219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30~70W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6000~14000lm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IP65,WF2,IK08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100000H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功率因素：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0.95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1769" y="3659"/>
              <a:ext cx="1423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鹏晖</a:t>
              </a:r>
              <a:endParaRPr lang="zh-CN" altLang="en-US" sz="9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3540760" y="5219450"/>
            <a:ext cx="877253" cy="1264152"/>
            <a:chOff x="11430" y="3659"/>
            <a:chExt cx="2763" cy="3981"/>
          </a:xfrm>
        </p:grpSpPr>
        <p:pic>
          <p:nvPicPr>
            <p:cNvPr id="78" name="图片 7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430" y="4596"/>
              <a:ext cx="1970" cy="976"/>
            </a:xfrm>
            <a:prstGeom prst="rect">
              <a:avLst/>
            </a:prstGeom>
          </p:spPr>
        </p:pic>
        <p:sp>
          <p:nvSpPr>
            <p:cNvPr id="79" name="文本框 78"/>
            <p:cNvSpPr txBox="1"/>
            <p:nvPr/>
          </p:nvSpPr>
          <p:spPr>
            <a:xfrm>
              <a:off x="11430" y="5443"/>
              <a:ext cx="2763" cy="2197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30W~35W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6000~7000lm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IP65,WF2,IK08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100000H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功率因素：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0.95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11769" y="3659"/>
              <a:ext cx="1423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鹏晖</a:t>
              </a:r>
              <a:endParaRPr lang="zh-CN" altLang="en-US" sz="9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sp>
        <p:nvSpPr>
          <p:cNvPr id="81" name="文本框 80"/>
          <p:cNvSpPr txBox="1"/>
          <p:nvPr/>
        </p:nvSpPr>
        <p:spPr>
          <a:xfrm>
            <a:off x="1421766" y="703301"/>
            <a:ext cx="1992312" cy="60529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defTabSz="1219200" hangingPunct="0"/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场景选择：仓储物流；一般工业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Helvetica Neue" panose="02000503000000020004"/>
            </a:endParaRPr>
          </a:p>
          <a:p>
            <a:pPr defTabSz="1219200" hangingPunct="0"/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照度要求（参考平面高度</a:t>
            </a:r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 0.75m </a:t>
            </a: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水平面）：</a:t>
            </a:r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200lx~500lx</a:t>
            </a:r>
            <a:endParaRPr lang="en-US" altLang="zh-CN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Helvetica Neue" panose="02000503000000020004"/>
            </a:endParaRPr>
          </a:p>
          <a:p>
            <a:pPr marL="142875" indent="-142875" defTabSz="1219200" hangingPunct="0">
              <a:buFont typeface="Arial" panose="020B0604020202020204" pitchFamily="34" charset="0"/>
              <a:buChar char="•"/>
            </a:pPr>
            <a:endParaRPr lang="en-US" altLang="zh-CN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Helvetica Neue" panose="02000503000000020004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3563971" y="708945"/>
            <a:ext cx="2883218" cy="60529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defTabSz="1219200" hangingPunct="0"/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场景选择：汽车制造；机械制造；设备制造；畜牧养殖等等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Helvetica Neue" panose="02000503000000020004"/>
            </a:endParaRPr>
          </a:p>
          <a:p>
            <a:pPr defTabSz="1219200" hangingPunct="0"/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照度要求（参考平面高度</a:t>
            </a:r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 0.75m </a:t>
            </a: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水平面）：</a:t>
            </a:r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300lx~750lx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Helvetica Neue" panose="02000503000000020004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6683058" y="702178"/>
            <a:ext cx="2980373" cy="60529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defTabSz="1219200" hangingPunct="0"/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场景选择：电子洁净；能源洁净；医药洁净；食品洁净等等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Helvetica Neue" panose="02000503000000020004"/>
            </a:endParaRPr>
          </a:p>
          <a:p>
            <a:pPr defTabSz="1219200" hangingPunct="0"/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照度要求（参考平面高度</a:t>
            </a:r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 0.75m </a:t>
            </a: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水平面）：</a:t>
            </a:r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200lx~500lx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Helvetica Neue" panose="02000503000000020004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2450465" y="2610712"/>
            <a:ext cx="977265" cy="1053783"/>
            <a:chOff x="7718" y="7516"/>
            <a:chExt cx="3078" cy="3319"/>
          </a:xfrm>
        </p:grpSpPr>
        <p:grpSp>
          <p:nvGrpSpPr>
            <p:cNvPr id="85" name="组合 84"/>
            <p:cNvGrpSpPr/>
            <p:nvPr/>
          </p:nvGrpSpPr>
          <p:grpSpPr>
            <a:xfrm>
              <a:off x="7718" y="7516"/>
              <a:ext cx="3078" cy="3319"/>
              <a:chOff x="7163" y="7641"/>
              <a:chExt cx="3078" cy="3319"/>
            </a:xfrm>
          </p:grpSpPr>
          <p:sp>
            <p:nvSpPr>
              <p:cNvPr id="87" name="文本框 86"/>
              <p:cNvSpPr txBox="1"/>
              <p:nvPr/>
            </p:nvSpPr>
            <p:spPr>
              <a:xfrm>
                <a:off x="7163" y="9590"/>
                <a:ext cx="3078" cy="1370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功率：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</a:rPr>
                  <a:t>80~120W</a:t>
                </a:r>
                <a:endParaRPr lang="en-US" altLang="zh-CN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光通量：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</a:rPr>
                  <a:t>14400~21600lm</a:t>
                </a:r>
                <a:endParaRPr lang="en-US" altLang="zh-CN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防护等级：IP40 </a:t>
                </a:r>
                <a:endParaRPr lang="zh-CN" altLang="en-US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寿命：50000H</a:t>
                </a:r>
                <a:endParaRPr lang="zh-CN" altLang="en-US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功率因素：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</a:rPr>
                  <a:t>0.95</a:t>
                </a:r>
                <a:endParaRPr lang="en-US" altLang="zh-CN" sz="6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88" name="文本框 87"/>
              <p:cNvSpPr txBox="1"/>
              <p:nvPr/>
            </p:nvSpPr>
            <p:spPr>
              <a:xfrm>
                <a:off x="7497" y="7641"/>
                <a:ext cx="2090" cy="5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vertOverflow="overflow" horzOverflow="overflow" vert="horz" wrap="square" lIns="25400" tIns="25400" rIns="25400" bIns="25400" numCol="1" spcCol="38100" rtlCol="0" fromWordArt="0" anchor="ctr" anchorCtr="0" forceAA="0" compatLnSpc="1">
                <a:spAutoFit/>
              </a:bodyPr>
              <a:lstStyle/>
              <a:p>
                <a:pPr lvl="0" algn="ctr"/>
                <a:r>
                  <a:rPr lang="zh-CN" altLang="en-US" sz="900">
                    <a:latin typeface="微软雅黑" panose="020B0503020204020204" charset="-122"/>
                    <a:ea typeface="微软雅黑" panose="020B0503020204020204" charset="-122"/>
                    <a:sym typeface="Helvetica Neue" panose="02000503000000020004"/>
                  </a:rPr>
                  <a:t>昊高挂灯盘</a:t>
                </a:r>
                <a:endParaRPr lang="zh-CN" altLang="en-US" sz="9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endParaRPr>
              </a:p>
            </p:txBody>
          </p:sp>
        </p:grpSp>
        <p:pic>
          <p:nvPicPr>
            <p:cNvPr id="86" name="图片 85" descr="昊II-高挂灯盘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18" y="8409"/>
              <a:ext cx="2219" cy="884"/>
            </a:xfrm>
            <a:prstGeom prst="rect">
              <a:avLst/>
            </a:prstGeom>
          </p:spPr>
        </p:pic>
      </p:grpSp>
      <p:grpSp>
        <p:nvGrpSpPr>
          <p:cNvPr id="89" name="组合 88"/>
          <p:cNvGrpSpPr/>
          <p:nvPr/>
        </p:nvGrpSpPr>
        <p:grpSpPr>
          <a:xfrm>
            <a:off x="2449800" y="4006441"/>
            <a:ext cx="1021715" cy="1270001"/>
            <a:chOff x="7563" y="11912"/>
            <a:chExt cx="3218" cy="4000"/>
          </a:xfrm>
        </p:grpSpPr>
        <p:grpSp>
          <p:nvGrpSpPr>
            <p:cNvPr id="90" name="组合 89"/>
            <p:cNvGrpSpPr/>
            <p:nvPr/>
          </p:nvGrpSpPr>
          <p:grpSpPr>
            <a:xfrm>
              <a:off x="7563" y="11912"/>
              <a:ext cx="3218" cy="4000"/>
              <a:chOff x="7163" y="7641"/>
              <a:chExt cx="3218" cy="4000"/>
            </a:xfrm>
          </p:grpSpPr>
          <p:sp>
            <p:nvSpPr>
              <p:cNvPr id="92" name="文本框 91"/>
              <p:cNvSpPr txBox="1"/>
              <p:nvPr/>
            </p:nvSpPr>
            <p:spPr>
              <a:xfrm>
                <a:off x="7163" y="9605"/>
                <a:ext cx="3218" cy="20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功率：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50~80W</a:t>
                </a:r>
                <a:endParaRPr lang="en-US" altLang="zh-CN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光通量：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9000~14400lm</a:t>
                </a:r>
                <a:endParaRPr lang="en-US" altLang="zh-CN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防护等级：IP40 </a:t>
                </a:r>
                <a:endParaRPr lang="zh-CN" altLang="en-US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寿命：50000H</a:t>
                </a:r>
                <a:endParaRPr lang="zh-CN" altLang="en-US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功率因素：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0.95</a:t>
                </a:r>
                <a:endParaRPr lang="en-US" altLang="zh-CN" sz="600"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7497" y="7641"/>
                <a:ext cx="2090" cy="5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vertOverflow="overflow" horzOverflow="overflow" vert="horz" wrap="square" lIns="25400" tIns="25400" rIns="25400" bIns="25400" numCol="1" spcCol="38100" rtlCol="0" fromWordArt="0" anchor="ctr" anchorCtr="0" forceAA="0" compatLnSpc="1">
                <a:spAutoFit/>
              </a:bodyPr>
              <a:lstStyle/>
              <a:p>
                <a:pPr lvl="0" algn="ctr"/>
                <a:r>
                  <a:rPr lang="zh-CN" altLang="en-US" sz="900">
                    <a:latin typeface="微软雅黑" panose="020B0503020204020204" charset="-122"/>
                    <a:ea typeface="微软雅黑" panose="020B0503020204020204" charset="-122"/>
                    <a:sym typeface="Helvetica Neue" panose="02000503000000020004"/>
                  </a:rPr>
                  <a:t>昊高挂灯盘</a:t>
                </a:r>
                <a:endParaRPr lang="zh-CN" altLang="en-US" sz="9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endParaRPr>
              </a:p>
            </p:txBody>
          </p:sp>
        </p:grpSp>
        <p:pic>
          <p:nvPicPr>
            <p:cNvPr id="91" name="图片 90" descr="昊II-高挂灯盘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63" y="12816"/>
              <a:ext cx="2219" cy="884"/>
            </a:xfrm>
            <a:prstGeom prst="rect">
              <a:avLst/>
            </a:prstGeom>
          </p:spPr>
        </p:pic>
      </p:grpSp>
      <p:grpSp>
        <p:nvGrpSpPr>
          <p:cNvPr id="94" name="组合 93"/>
          <p:cNvGrpSpPr/>
          <p:nvPr/>
        </p:nvGrpSpPr>
        <p:grpSpPr>
          <a:xfrm>
            <a:off x="2449800" y="5219608"/>
            <a:ext cx="977583" cy="1362076"/>
            <a:chOff x="7327" y="15733"/>
            <a:chExt cx="3079" cy="4290"/>
          </a:xfrm>
        </p:grpSpPr>
        <p:grpSp>
          <p:nvGrpSpPr>
            <p:cNvPr id="95" name="组合 94"/>
            <p:cNvGrpSpPr/>
            <p:nvPr/>
          </p:nvGrpSpPr>
          <p:grpSpPr>
            <a:xfrm>
              <a:off x="7327" y="15733"/>
              <a:ext cx="3079" cy="4290"/>
              <a:chOff x="7363" y="15875"/>
              <a:chExt cx="3079" cy="4290"/>
            </a:xfrm>
          </p:grpSpPr>
          <p:sp>
            <p:nvSpPr>
              <p:cNvPr id="97" name="文本框 96"/>
              <p:cNvSpPr txBox="1"/>
              <p:nvPr/>
            </p:nvSpPr>
            <p:spPr>
              <a:xfrm>
                <a:off x="7363" y="17839"/>
                <a:ext cx="3079" cy="2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功率：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</a:rPr>
                  <a:t>18~50W</a:t>
                </a:r>
                <a:endParaRPr lang="en-US" altLang="zh-CN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光通量：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</a:rPr>
                  <a:t>2340~6000lm</a:t>
                </a:r>
                <a:endParaRPr lang="en-US" altLang="zh-CN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防护等级：IP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</a:rPr>
                  <a:t>65</a:t>
                </a:r>
                <a:endParaRPr lang="zh-CN" altLang="en-US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寿命：50000H</a:t>
                </a:r>
                <a:endParaRPr lang="zh-CN" altLang="en-US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功率因素：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</a:rPr>
                  <a:t>0.9</a:t>
                </a:r>
                <a:b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</a:br>
                <a:endParaRPr lang="zh-CN" altLang="en-US" sz="6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7599" y="15875"/>
                <a:ext cx="2090" cy="5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vertOverflow="overflow" horzOverflow="overflow" vert="horz" wrap="square" lIns="25400" tIns="25400" rIns="25400" bIns="25400" numCol="1" spcCol="38100" rtlCol="0" fromWordArt="0" anchor="ctr" anchorCtr="0" forceAA="0" compatLnSpc="1">
                <a:spAutoFit/>
              </a:bodyPr>
              <a:lstStyle/>
              <a:p>
                <a:pPr lvl="0" algn="ctr"/>
                <a:r>
                  <a:rPr lang="zh-CN" altLang="en-US" sz="900">
                    <a:latin typeface="微软雅黑" panose="020B0503020204020204" charset="-122"/>
                    <a:ea typeface="微软雅黑" panose="020B0503020204020204" charset="-122"/>
                    <a:sym typeface="Helvetica Neue" panose="02000503000000020004"/>
                  </a:rPr>
                  <a:t>佳三防灯</a:t>
                </a:r>
                <a:endParaRPr lang="zh-CN" altLang="en-US" sz="9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endParaRPr>
              </a:p>
            </p:txBody>
          </p:sp>
        </p:grpSp>
        <p:pic>
          <p:nvPicPr>
            <p:cNvPr id="96" name="图片 95" descr="佳系列三防灯-双-整灯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18" y="16560"/>
              <a:ext cx="1447" cy="959"/>
            </a:xfrm>
            <a:prstGeom prst="rect">
              <a:avLst/>
            </a:prstGeom>
          </p:spPr>
        </p:pic>
      </p:grpSp>
      <p:grpSp>
        <p:nvGrpSpPr>
          <p:cNvPr id="99" name="组合 98"/>
          <p:cNvGrpSpPr/>
          <p:nvPr/>
        </p:nvGrpSpPr>
        <p:grpSpPr>
          <a:xfrm>
            <a:off x="5501640" y="3972786"/>
            <a:ext cx="936625" cy="1362076"/>
            <a:chOff x="17618" y="11912"/>
            <a:chExt cx="2950" cy="4290"/>
          </a:xfrm>
        </p:grpSpPr>
        <p:grpSp>
          <p:nvGrpSpPr>
            <p:cNvPr id="100" name="组合 99"/>
            <p:cNvGrpSpPr/>
            <p:nvPr/>
          </p:nvGrpSpPr>
          <p:grpSpPr>
            <a:xfrm>
              <a:off x="17618" y="11912"/>
              <a:ext cx="2950" cy="4290"/>
              <a:chOff x="7363" y="15875"/>
              <a:chExt cx="2950" cy="4290"/>
            </a:xfrm>
          </p:grpSpPr>
          <p:sp>
            <p:nvSpPr>
              <p:cNvPr id="102" name="文本框 101"/>
              <p:cNvSpPr txBox="1"/>
              <p:nvPr/>
            </p:nvSpPr>
            <p:spPr>
              <a:xfrm>
                <a:off x="7363" y="17839"/>
                <a:ext cx="2950" cy="2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功率：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</a:rPr>
                  <a:t>36~50W</a:t>
                </a:r>
                <a:endParaRPr lang="en-US" altLang="zh-CN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光通量：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</a:rPr>
                  <a:t>2340~6500lm</a:t>
                </a:r>
                <a:endParaRPr lang="en-US" altLang="zh-CN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防护等级：IP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</a:rPr>
                  <a:t>65</a:t>
                </a:r>
                <a:endParaRPr lang="zh-CN" altLang="en-US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寿命：50000H</a:t>
                </a:r>
                <a:endParaRPr lang="zh-CN" altLang="en-US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功率因素：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</a:rPr>
                  <a:t>0.9</a:t>
                </a:r>
                <a:b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</a:br>
                <a:endParaRPr lang="zh-CN" altLang="en-US" sz="6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03" name="文本框 102"/>
              <p:cNvSpPr txBox="1"/>
              <p:nvPr/>
            </p:nvSpPr>
            <p:spPr>
              <a:xfrm>
                <a:off x="7599" y="15875"/>
                <a:ext cx="2090" cy="5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vertOverflow="overflow" horzOverflow="overflow" vert="horz" wrap="square" lIns="25400" tIns="25400" rIns="25400" bIns="25400" numCol="1" spcCol="38100" rtlCol="0" fromWordArt="0" anchor="ctr" anchorCtr="0" forceAA="0" compatLnSpc="1">
                <a:spAutoFit/>
              </a:bodyPr>
              <a:lstStyle/>
              <a:p>
                <a:pPr lvl="0" algn="ctr"/>
                <a:r>
                  <a:rPr lang="zh-CN" altLang="en-US" sz="900">
                    <a:latin typeface="微软雅黑" panose="020B0503020204020204" charset="-122"/>
                    <a:ea typeface="微软雅黑" panose="020B0503020204020204" charset="-122"/>
                    <a:sym typeface="Helvetica Neue" panose="02000503000000020004"/>
                  </a:rPr>
                  <a:t>佳三防灯</a:t>
                </a:r>
                <a:endParaRPr lang="zh-CN" altLang="en-US" sz="9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endParaRPr>
              </a:p>
            </p:txBody>
          </p:sp>
        </p:grpSp>
        <p:pic>
          <p:nvPicPr>
            <p:cNvPr id="101" name="图片 100" descr="佳系列三防灯-双-整灯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004" y="12741"/>
              <a:ext cx="1447" cy="959"/>
            </a:xfrm>
            <a:prstGeom prst="rect">
              <a:avLst/>
            </a:prstGeom>
          </p:spPr>
        </p:pic>
      </p:grpSp>
      <p:grpSp>
        <p:nvGrpSpPr>
          <p:cNvPr id="104" name="组合 103"/>
          <p:cNvGrpSpPr/>
          <p:nvPr/>
        </p:nvGrpSpPr>
        <p:grpSpPr>
          <a:xfrm>
            <a:off x="5500800" y="5226276"/>
            <a:ext cx="937260" cy="1270001"/>
            <a:chOff x="17618" y="15754"/>
            <a:chExt cx="2952" cy="4000"/>
          </a:xfrm>
        </p:grpSpPr>
        <p:grpSp>
          <p:nvGrpSpPr>
            <p:cNvPr id="105" name="组合 104"/>
            <p:cNvGrpSpPr/>
            <p:nvPr/>
          </p:nvGrpSpPr>
          <p:grpSpPr>
            <a:xfrm>
              <a:off x="17618" y="15754"/>
              <a:ext cx="2952" cy="4000"/>
              <a:chOff x="7363" y="15875"/>
              <a:chExt cx="2952" cy="4000"/>
            </a:xfrm>
          </p:grpSpPr>
          <p:sp>
            <p:nvSpPr>
              <p:cNvPr id="107" name="文本框 106"/>
              <p:cNvSpPr txBox="1"/>
              <p:nvPr/>
            </p:nvSpPr>
            <p:spPr>
              <a:xfrm>
                <a:off x="7363" y="17839"/>
                <a:ext cx="2952" cy="20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功率：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</a:rPr>
                  <a:t>18~50W</a:t>
                </a:r>
                <a:endParaRPr lang="en-US" altLang="zh-CN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光通量：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</a:rPr>
                  <a:t>2340~6000lm</a:t>
                </a:r>
                <a:endParaRPr lang="en-US" altLang="zh-CN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防护等级：IP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</a:rPr>
                  <a:t>65</a:t>
                </a:r>
                <a:endParaRPr lang="zh-CN" altLang="en-US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寿命：50000H</a:t>
                </a:r>
                <a:endParaRPr lang="zh-CN" altLang="en-US" sz="60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zh-CN" altLang="en-US" sz="600">
                    <a:latin typeface="微软雅黑" panose="020B0503020204020204" charset="-122"/>
                    <a:ea typeface="微软雅黑" panose="020B0503020204020204" charset="-122"/>
                  </a:rPr>
                  <a:t>功率因素：</a:t>
                </a:r>
                <a:r>
                  <a:rPr lang="en-US" altLang="zh-CN" sz="600">
                    <a:latin typeface="微软雅黑" panose="020B0503020204020204" charset="-122"/>
                    <a:ea typeface="微软雅黑" panose="020B0503020204020204" charset="-122"/>
                  </a:rPr>
                  <a:t>0.9</a:t>
                </a:r>
                <a:endParaRPr lang="en-US" altLang="zh-CN" sz="6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08" name="文本框 107"/>
              <p:cNvSpPr txBox="1"/>
              <p:nvPr/>
            </p:nvSpPr>
            <p:spPr>
              <a:xfrm>
                <a:off x="7599" y="15875"/>
                <a:ext cx="2090" cy="5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vertOverflow="overflow" horzOverflow="overflow" vert="horz" wrap="square" lIns="25400" tIns="25400" rIns="25400" bIns="25400" numCol="1" spcCol="38100" rtlCol="0" fromWordArt="0" anchor="ctr" anchorCtr="0" forceAA="0" compatLnSpc="1">
                <a:spAutoFit/>
              </a:bodyPr>
              <a:lstStyle/>
              <a:p>
                <a:pPr lvl="0" algn="ctr"/>
                <a:r>
                  <a:rPr lang="zh-CN" altLang="en-US" sz="900">
                    <a:latin typeface="微软雅黑" panose="020B0503020204020204" charset="-122"/>
                    <a:ea typeface="微软雅黑" panose="020B0503020204020204" charset="-122"/>
                    <a:sym typeface="Helvetica Neue" panose="02000503000000020004"/>
                  </a:rPr>
                  <a:t>佳三防灯</a:t>
                </a:r>
                <a:endParaRPr lang="zh-CN" altLang="en-US" sz="9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endParaRPr>
              </a:p>
            </p:txBody>
          </p:sp>
        </p:grpSp>
        <p:pic>
          <p:nvPicPr>
            <p:cNvPr id="106" name="图片 105" descr="佳系列三防灯-双-整灯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224" y="16540"/>
              <a:ext cx="1447" cy="959"/>
            </a:xfrm>
            <a:prstGeom prst="rect">
              <a:avLst/>
            </a:prstGeom>
          </p:spPr>
        </p:pic>
      </p:grpSp>
      <p:grpSp>
        <p:nvGrpSpPr>
          <p:cNvPr id="109" name="组合 108"/>
          <p:cNvGrpSpPr/>
          <p:nvPr/>
        </p:nvGrpSpPr>
        <p:grpSpPr>
          <a:xfrm>
            <a:off x="4447800" y="1386113"/>
            <a:ext cx="1129030" cy="1140778"/>
            <a:chOff x="14145" y="3659"/>
            <a:chExt cx="3556" cy="3593"/>
          </a:xfrm>
        </p:grpSpPr>
        <p:sp>
          <p:nvSpPr>
            <p:cNvPr id="111" name="文本框 110"/>
            <p:cNvSpPr txBox="1"/>
            <p:nvPr/>
          </p:nvSpPr>
          <p:spPr>
            <a:xfrm>
              <a:off x="14738" y="3659"/>
              <a:ext cx="1423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鹏辰</a:t>
              </a:r>
              <a:endParaRPr lang="zh-CN" altLang="en-US" sz="9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sp>
          <p:nvSpPr>
            <p:cNvPr id="112" name="文本框 111"/>
            <p:cNvSpPr txBox="1"/>
            <p:nvPr/>
          </p:nvSpPr>
          <p:spPr>
            <a:xfrm>
              <a:off x="14145" y="5636"/>
              <a:ext cx="3556" cy="161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150~240W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22500~36000lm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IP65</a:t>
              </a: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，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WF2,IK08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75000H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功率因素：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0.95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4465638" y="2610711"/>
            <a:ext cx="1158875" cy="1150938"/>
            <a:chOff x="14074" y="3604"/>
            <a:chExt cx="3650" cy="3625"/>
          </a:xfrm>
        </p:grpSpPr>
        <p:sp>
          <p:nvSpPr>
            <p:cNvPr id="115" name="文本框 114"/>
            <p:cNvSpPr txBox="1"/>
            <p:nvPr/>
          </p:nvSpPr>
          <p:spPr>
            <a:xfrm>
              <a:off x="14611" y="3604"/>
              <a:ext cx="1423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鹏辰</a:t>
              </a:r>
              <a:endParaRPr lang="zh-CN" altLang="en-US" sz="9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14074" y="5613"/>
              <a:ext cx="3650" cy="161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100~150W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15000~22500m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IP65</a:t>
              </a: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，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WF2,IK08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75000H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功率因素：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0.95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4446848" y="3972786"/>
            <a:ext cx="1032193" cy="1224916"/>
            <a:chOff x="14142" y="3659"/>
            <a:chExt cx="3251" cy="3858"/>
          </a:xfrm>
        </p:grpSpPr>
        <p:sp>
          <p:nvSpPr>
            <p:cNvPr id="119" name="文本框 118"/>
            <p:cNvSpPr txBox="1"/>
            <p:nvPr/>
          </p:nvSpPr>
          <p:spPr>
            <a:xfrm>
              <a:off x="14738" y="3659"/>
              <a:ext cx="1423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鹏辰</a:t>
              </a:r>
              <a:endParaRPr lang="zh-CN" altLang="en-US" sz="9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sp>
          <p:nvSpPr>
            <p:cNvPr id="120" name="文本框 119"/>
            <p:cNvSpPr txBox="1"/>
            <p:nvPr/>
          </p:nvSpPr>
          <p:spPr>
            <a:xfrm>
              <a:off x="14142" y="5611"/>
              <a:ext cx="3251" cy="190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40~100W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6000~15000lm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IP65</a:t>
              </a: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，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WF2,IK08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75000H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功率因素：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0.95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121" name="组合 120"/>
          <p:cNvGrpSpPr/>
          <p:nvPr/>
        </p:nvGrpSpPr>
        <p:grpSpPr>
          <a:xfrm>
            <a:off x="4446905" y="5219608"/>
            <a:ext cx="1032193" cy="1163321"/>
            <a:chOff x="14184" y="3722"/>
            <a:chExt cx="3251" cy="3664"/>
          </a:xfrm>
        </p:grpSpPr>
        <p:sp>
          <p:nvSpPr>
            <p:cNvPr id="123" name="文本框 122"/>
            <p:cNvSpPr txBox="1"/>
            <p:nvPr/>
          </p:nvSpPr>
          <p:spPr>
            <a:xfrm>
              <a:off x="14956" y="3722"/>
              <a:ext cx="1423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鹏辰</a:t>
              </a:r>
              <a:endParaRPr lang="zh-CN" altLang="en-US" sz="9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14184" y="5480"/>
              <a:ext cx="3251" cy="190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40W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6000lm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IP65,WF2,IK08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75000H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功率因素：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0.95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125" name="组合 124"/>
          <p:cNvGrpSpPr/>
          <p:nvPr/>
        </p:nvGrpSpPr>
        <p:grpSpPr>
          <a:xfrm>
            <a:off x="7696835" y="5207861"/>
            <a:ext cx="946468" cy="1377951"/>
            <a:chOff x="24041" y="11792"/>
            <a:chExt cx="2981" cy="4340"/>
          </a:xfrm>
        </p:grpSpPr>
        <p:grpSp>
          <p:nvGrpSpPr>
            <p:cNvPr id="126" name="组合 125"/>
            <p:cNvGrpSpPr/>
            <p:nvPr/>
          </p:nvGrpSpPr>
          <p:grpSpPr>
            <a:xfrm>
              <a:off x="24041" y="11792"/>
              <a:ext cx="2620" cy="1819"/>
              <a:chOff x="24041" y="11792"/>
              <a:chExt cx="2620" cy="1819"/>
            </a:xfrm>
          </p:grpSpPr>
          <p:pic>
            <p:nvPicPr>
              <p:cNvPr id="128" name="图片 12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364" y="12558"/>
                <a:ext cx="1987" cy="1053"/>
              </a:xfrm>
              <a:prstGeom prst="rect">
                <a:avLst/>
              </a:prstGeom>
            </p:spPr>
          </p:pic>
          <p:sp>
            <p:nvSpPr>
              <p:cNvPr id="129" name="文本框 128"/>
              <p:cNvSpPr txBox="1"/>
              <p:nvPr/>
            </p:nvSpPr>
            <p:spPr>
              <a:xfrm>
                <a:off x="24041" y="11792"/>
                <a:ext cx="2620" cy="5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vertOverflow="overflow" horzOverflow="overflow" vert="horz" wrap="square" lIns="25400" tIns="25400" rIns="25400" bIns="25400" numCol="1" spcCol="38100" rtlCol="0" anchor="ctr" forceAA="0">
                <a:spAutoFit/>
              </a:bodyPr>
              <a:lstStyle/>
              <a:p>
                <a:pPr algn="ctr" defTabSz="1219200" hangingPunct="0"/>
                <a:r>
                  <a:rPr lang="zh-CN" altLang="en-US" sz="900">
                    <a:solidFill>
                      <a:srgbClr val="5E5E5E"/>
                    </a:solidFill>
                    <a:latin typeface="微软雅黑" panose="020B0503020204020204" charset="-122"/>
                    <a:ea typeface="微软雅黑" panose="020B0503020204020204" charset="-122"/>
                    <a:sym typeface="Helvetica Neue" panose="02000503000000020004"/>
                  </a:rPr>
                  <a:t>尚洁净灯盘</a:t>
                </a:r>
                <a:endPara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endParaRPr>
              </a:p>
            </p:txBody>
          </p:sp>
        </p:grpSp>
        <p:sp>
          <p:nvSpPr>
            <p:cNvPr id="127" name="文本框 126"/>
            <p:cNvSpPr txBox="1"/>
            <p:nvPr/>
          </p:nvSpPr>
          <p:spPr>
            <a:xfrm>
              <a:off x="24164" y="14096"/>
              <a:ext cx="2858" cy="20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 dirty="0">
                  <a:latin typeface="微软雅黑" panose="020B0503020204020204" charset="-122"/>
                  <a:ea typeface="微软雅黑" panose="020B0503020204020204" charset="-122"/>
                </a:rPr>
                <a:t>功率：</a:t>
              </a:r>
              <a:r>
                <a:rPr lang="en-US" altLang="zh-CN" sz="600" dirty="0">
                  <a:latin typeface="微软雅黑" panose="020B0503020204020204" charset="-122"/>
                  <a:ea typeface="微软雅黑" panose="020B0503020204020204" charset="-122"/>
                </a:rPr>
                <a:t>25~60W</a:t>
              </a:r>
              <a:endParaRPr lang="en-US" altLang="zh-CN" sz="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 dirty="0">
                  <a:latin typeface="微软雅黑" panose="020B0503020204020204" charset="-122"/>
                  <a:ea typeface="微软雅黑" panose="020B0503020204020204" charset="-122"/>
                </a:rPr>
                <a:t>光通量：</a:t>
              </a:r>
              <a:r>
                <a:rPr lang="en-US" altLang="zh-CN" sz="600" dirty="0">
                  <a:latin typeface="微软雅黑" panose="020B0503020204020204" charset="-122"/>
                  <a:ea typeface="微软雅黑" panose="020B0503020204020204" charset="-122"/>
                </a:rPr>
                <a:t>300~7200lm</a:t>
              </a:r>
              <a:endParaRPr lang="en-US" altLang="zh-CN" sz="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 dirty="0">
                  <a:latin typeface="微软雅黑" panose="020B0503020204020204" charset="-122"/>
                  <a:ea typeface="微软雅黑" panose="020B0503020204020204" charset="-122"/>
                </a:rPr>
                <a:t>防护等级：IP</a:t>
              </a:r>
              <a:r>
                <a:rPr lang="en-US" altLang="zh-CN" sz="600" dirty="0">
                  <a:latin typeface="微软雅黑" panose="020B0503020204020204" charset="-122"/>
                  <a:ea typeface="微软雅黑" panose="020B0503020204020204" charset="-122"/>
                </a:rPr>
                <a:t>65</a:t>
              </a:r>
              <a:endParaRPr lang="zh-CN" altLang="en-US" sz="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 dirty="0">
                  <a:latin typeface="微软雅黑" panose="020B0503020204020204" charset="-122"/>
                  <a:ea typeface="微软雅黑" panose="020B0503020204020204" charset="-122"/>
                </a:rPr>
                <a:t>寿命：50000H</a:t>
              </a:r>
              <a:endParaRPr lang="zh-CN" altLang="en-US" sz="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 dirty="0">
                  <a:latin typeface="微软雅黑" panose="020B0503020204020204" charset="-122"/>
                  <a:ea typeface="微软雅黑" panose="020B0503020204020204" charset="-122"/>
                </a:rPr>
                <a:t>功率因素：</a:t>
              </a:r>
              <a:r>
                <a:rPr lang="en-US" altLang="zh-CN" sz="600" dirty="0">
                  <a:latin typeface="微软雅黑" panose="020B0503020204020204" charset="-122"/>
                  <a:ea typeface="微软雅黑" panose="020B0503020204020204" charset="-122"/>
                </a:rPr>
                <a:t>0.9</a:t>
              </a:r>
              <a:endParaRPr lang="en-US" altLang="zh-CN" sz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8912860" y="3854900"/>
            <a:ext cx="969328" cy="1351598"/>
            <a:chOff x="28101" y="11792"/>
            <a:chExt cx="3053" cy="4257"/>
          </a:xfrm>
        </p:grpSpPr>
        <p:pic>
          <p:nvPicPr>
            <p:cNvPr id="131" name="图片 130" descr="昊II洁净灯盘-6060-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335" y="12698"/>
              <a:ext cx="2029" cy="1152"/>
            </a:xfrm>
            <a:prstGeom prst="rect">
              <a:avLst/>
            </a:prstGeom>
          </p:spPr>
        </p:pic>
        <p:sp>
          <p:nvSpPr>
            <p:cNvPr id="132" name="文本框 131"/>
            <p:cNvSpPr txBox="1"/>
            <p:nvPr/>
          </p:nvSpPr>
          <p:spPr>
            <a:xfrm>
              <a:off x="28224" y="14013"/>
              <a:ext cx="2930" cy="20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功率：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</a:rPr>
                <a:t>36~48W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光通量：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</a:rPr>
                <a:t>4000~6000lm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防护等级：IP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</a:rPr>
                <a:t>54</a:t>
              </a:r>
              <a:endParaRPr lang="zh-CN" altLang="en-US" sz="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寿命：50000H</a:t>
              </a:r>
              <a:endParaRPr lang="zh-CN" altLang="en-US" sz="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功率因素：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</a:rPr>
                <a:t>0.9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3" name="文本框 132"/>
            <p:cNvSpPr txBox="1"/>
            <p:nvPr/>
          </p:nvSpPr>
          <p:spPr>
            <a:xfrm>
              <a:off x="28101" y="11792"/>
              <a:ext cx="2620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昊洁净灯盘</a:t>
              </a:r>
              <a:endParaRPr lang="zh-CN" altLang="en-US" sz="9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7706677" y="3835624"/>
            <a:ext cx="985203" cy="1356996"/>
            <a:chOff x="24042" y="11592"/>
            <a:chExt cx="3103" cy="4274"/>
          </a:xfrm>
        </p:grpSpPr>
        <p:grpSp>
          <p:nvGrpSpPr>
            <p:cNvPr id="135" name="组合 134"/>
            <p:cNvGrpSpPr/>
            <p:nvPr/>
          </p:nvGrpSpPr>
          <p:grpSpPr>
            <a:xfrm>
              <a:off x="24042" y="11592"/>
              <a:ext cx="2620" cy="2082"/>
              <a:chOff x="24042" y="11592"/>
              <a:chExt cx="2620" cy="2082"/>
            </a:xfrm>
          </p:grpSpPr>
          <p:pic>
            <p:nvPicPr>
              <p:cNvPr id="137" name="图片 136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673" y="12601"/>
                <a:ext cx="1987" cy="1073"/>
              </a:xfrm>
              <a:prstGeom prst="rect">
                <a:avLst/>
              </a:prstGeom>
            </p:spPr>
          </p:pic>
          <p:sp>
            <p:nvSpPr>
              <p:cNvPr id="138" name="文本框 137"/>
              <p:cNvSpPr txBox="1"/>
              <p:nvPr/>
            </p:nvSpPr>
            <p:spPr>
              <a:xfrm>
                <a:off x="24042" y="11592"/>
                <a:ext cx="2620" cy="5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vertOverflow="overflow" horzOverflow="overflow" vert="horz" wrap="square" lIns="25400" tIns="25400" rIns="25400" bIns="25400" numCol="1" spcCol="38100" rtlCol="0" anchor="ctr" forceAA="0">
                <a:spAutoFit/>
              </a:bodyPr>
              <a:lstStyle/>
              <a:p>
                <a:pPr algn="ctr" defTabSz="1219200" hangingPunct="0"/>
                <a:r>
                  <a:rPr lang="zh-CN" altLang="en-US" sz="900" dirty="0">
                    <a:solidFill>
                      <a:srgbClr val="5E5E5E"/>
                    </a:solidFill>
                    <a:latin typeface="微软雅黑" panose="020B0503020204020204" charset="-122"/>
                    <a:ea typeface="微软雅黑" panose="020B0503020204020204" charset="-122"/>
                    <a:sym typeface="Helvetica Neue" panose="02000503000000020004"/>
                  </a:rPr>
                  <a:t>尚洁净灯盘</a:t>
                </a:r>
                <a:endParaRPr lang="zh-CN" altLang="en-US" sz="900" dirty="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endParaRPr>
              </a:p>
            </p:txBody>
          </p:sp>
        </p:grpSp>
        <p:sp>
          <p:nvSpPr>
            <p:cNvPr id="136" name="文本框 135"/>
            <p:cNvSpPr txBox="1"/>
            <p:nvPr/>
          </p:nvSpPr>
          <p:spPr>
            <a:xfrm>
              <a:off x="24164" y="13830"/>
              <a:ext cx="2981" cy="20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功率：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</a:rPr>
                <a:t>40~60W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光通量：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</a:rPr>
                <a:t>4800~7200lm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防护等级：IP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</a:rPr>
                <a:t>65</a:t>
              </a:r>
              <a:endParaRPr lang="zh-CN" altLang="en-US" sz="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寿命：50000H</a:t>
              </a:r>
              <a:endParaRPr lang="zh-CN" altLang="en-US" sz="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功率因素：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</a:rPr>
                <a:t>0.9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8843328" y="5226277"/>
            <a:ext cx="910908" cy="1347153"/>
            <a:chOff x="28101" y="11792"/>
            <a:chExt cx="2869" cy="4243"/>
          </a:xfrm>
        </p:grpSpPr>
        <p:pic>
          <p:nvPicPr>
            <p:cNvPr id="140" name="图片 139" descr="昊II洁净灯盘-6060-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335" y="12644"/>
              <a:ext cx="2029" cy="1152"/>
            </a:xfrm>
            <a:prstGeom prst="rect">
              <a:avLst/>
            </a:prstGeom>
          </p:spPr>
        </p:pic>
        <p:sp>
          <p:nvSpPr>
            <p:cNvPr id="141" name="文本框 140"/>
            <p:cNvSpPr txBox="1"/>
            <p:nvPr/>
          </p:nvSpPr>
          <p:spPr>
            <a:xfrm>
              <a:off x="28101" y="13999"/>
              <a:ext cx="2869" cy="20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功率：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</a:rPr>
                <a:t>36~48W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光通量：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</a:rPr>
                <a:t>4000~6000lm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防护等级：IP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</a:rPr>
                <a:t>54</a:t>
              </a:r>
              <a:endParaRPr lang="zh-CN" altLang="en-US" sz="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寿命：50000H</a:t>
              </a:r>
              <a:endParaRPr lang="zh-CN" altLang="en-US" sz="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功率因素：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</a:rPr>
                <a:t>0.9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2" name="文本框 141"/>
            <p:cNvSpPr txBox="1"/>
            <p:nvPr/>
          </p:nvSpPr>
          <p:spPr>
            <a:xfrm>
              <a:off x="28101" y="11792"/>
              <a:ext cx="2620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昊洁净灯盘</a:t>
              </a:r>
              <a:endParaRPr lang="zh-CN" altLang="en-US" sz="9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6612255" y="5124994"/>
            <a:ext cx="1011238" cy="1423353"/>
            <a:chOff x="20849" y="11356"/>
            <a:chExt cx="3185" cy="4483"/>
          </a:xfrm>
        </p:grpSpPr>
        <p:pic>
          <p:nvPicPr>
            <p:cNvPr id="144" name="图片 143"/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072" y="12410"/>
              <a:ext cx="2360" cy="1327"/>
            </a:xfrm>
            <a:prstGeom prst="rect">
              <a:avLst/>
            </a:prstGeom>
          </p:spPr>
        </p:pic>
        <p:sp>
          <p:nvSpPr>
            <p:cNvPr id="145" name="文本框 144"/>
            <p:cNvSpPr txBox="1"/>
            <p:nvPr/>
          </p:nvSpPr>
          <p:spPr>
            <a:xfrm>
              <a:off x="20894" y="13803"/>
              <a:ext cx="3140" cy="20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功率：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</a:rPr>
                <a:t>14~40W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光通量：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</a:rPr>
                <a:t>2000~6000lm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防护等级：IP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</a:rPr>
                <a:t>40</a:t>
              </a:r>
              <a:endParaRPr lang="zh-CN" altLang="en-US" sz="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寿命：50000H</a:t>
              </a:r>
              <a:endParaRPr lang="zh-CN" altLang="en-US" sz="6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</a:rPr>
                <a:t>功率因素：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</a:rPr>
                <a:t>0.95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6" name="文本框 145"/>
            <p:cNvSpPr txBox="1"/>
            <p:nvPr/>
          </p:nvSpPr>
          <p:spPr>
            <a:xfrm>
              <a:off x="20849" y="11356"/>
              <a:ext cx="2597" cy="103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尚洁净支架（泪滴形）</a:t>
              </a:r>
              <a:endParaRPr lang="zh-CN" altLang="en-US" sz="9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6683058" y="3802289"/>
            <a:ext cx="892493" cy="1287464"/>
            <a:chOff x="20849" y="11356"/>
            <a:chExt cx="2811" cy="4055"/>
          </a:xfrm>
        </p:grpSpPr>
        <p:pic>
          <p:nvPicPr>
            <p:cNvPr id="148" name="图片 147"/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086" y="12611"/>
              <a:ext cx="2360" cy="1327"/>
            </a:xfrm>
            <a:prstGeom prst="rect">
              <a:avLst/>
            </a:prstGeom>
          </p:spPr>
        </p:pic>
        <p:sp>
          <p:nvSpPr>
            <p:cNvPr id="149" name="文本框 148"/>
            <p:cNvSpPr txBox="1"/>
            <p:nvPr/>
          </p:nvSpPr>
          <p:spPr>
            <a:xfrm>
              <a:off x="20886" y="13666"/>
              <a:ext cx="2774" cy="17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 dirty="0">
                  <a:latin typeface="微软雅黑" panose="020B0503020204020204" charset="-122"/>
                  <a:ea typeface="微软雅黑" panose="020B0503020204020204" charset="-122"/>
                </a:rPr>
                <a:t>功率：</a:t>
              </a:r>
              <a:r>
                <a:rPr lang="en-US" altLang="zh-CN" sz="600" dirty="0">
                  <a:latin typeface="微软雅黑" panose="020B0503020204020204" charset="-122"/>
                  <a:ea typeface="微软雅黑" panose="020B0503020204020204" charset="-122"/>
                </a:rPr>
                <a:t>40W</a:t>
              </a:r>
              <a:endParaRPr lang="en-US" altLang="zh-CN" sz="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 dirty="0">
                  <a:latin typeface="微软雅黑" panose="020B0503020204020204" charset="-122"/>
                  <a:ea typeface="微软雅黑" panose="020B0503020204020204" charset="-122"/>
                </a:rPr>
                <a:t>光通量：</a:t>
              </a:r>
              <a:r>
                <a:rPr lang="en-US" altLang="zh-CN" sz="600" dirty="0">
                  <a:latin typeface="微软雅黑" panose="020B0503020204020204" charset="-122"/>
                  <a:ea typeface="微软雅黑" panose="020B0503020204020204" charset="-122"/>
                </a:rPr>
                <a:t>6000lm</a:t>
              </a:r>
              <a:endParaRPr lang="en-US" altLang="zh-CN" sz="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 dirty="0">
                  <a:latin typeface="微软雅黑" panose="020B0503020204020204" charset="-122"/>
                  <a:ea typeface="微软雅黑" panose="020B0503020204020204" charset="-122"/>
                </a:rPr>
                <a:t>防护等级：IP</a:t>
              </a:r>
              <a:r>
                <a:rPr lang="en-US" altLang="zh-CN" sz="600" dirty="0">
                  <a:latin typeface="微软雅黑" panose="020B0503020204020204" charset="-122"/>
                  <a:ea typeface="微软雅黑" panose="020B0503020204020204" charset="-122"/>
                </a:rPr>
                <a:t>40</a:t>
              </a:r>
              <a:endParaRPr lang="zh-CN" altLang="en-US" sz="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 dirty="0">
                  <a:latin typeface="微软雅黑" panose="020B0503020204020204" charset="-122"/>
                  <a:ea typeface="微软雅黑" panose="020B0503020204020204" charset="-122"/>
                </a:rPr>
                <a:t>寿命：50000H</a:t>
              </a:r>
              <a:endParaRPr lang="zh-CN" altLang="en-US" sz="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zh-CN" altLang="en-US" sz="600" dirty="0">
                  <a:latin typeface="微软雅黑" panose="020B0503020204020204" charset="-122"/>
                  <a:ea typeface="微软雅黑" panose="020B0503020204020204" charset="-122"/>
                </a:rPr>
                <a:t>功率因素：</a:t>
              </a:r>
              <a:r>
                <a:rPr lang="en-US" altLang="zh-CN" sz="600" dirty="0">
                  <a:latin typeface="微软雅黑" panose="020B0503020204020204" charset="-122"/>
                  <a:ea typeface="微软雅黑" panose="020B0503020204020204" charset="-122"/>
                </a:rPr>
                <a:t>0.95</a:t>
              </a:r>
              <a:endParaRPr lang="en-US" altLang="zh-CN" sz="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0" name="文本框 149"/>
            <p:cNvSpPr txBox="1"/>
            <p:nvPr/>
          </p:nvSpPr>
          <p:spPr>
            <a:xfrm>
              <a:off x="20849" y="11356"/>
              <a:ext cx="2620" cy="1034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尚洁净支架（泪滴形）</a:t>
              </a:r>
              <a:endParaRPr lang="zh-CN" altLang="en-US" sz="9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10562590" y="1363253"/>
            <a:ext cx="1074103" cy="1163638"/>
            <a:chOff x="33268" y="3587"/>
            <a:chExt cx="3383" cy="3665"/>
          </a:xfrm>
        </p:grpSpPr>
        <p:sp>
          <p:nvSpPr>
            <p:cNvPr id="152" name="文本框 151"/>
            <p:cNvSpPr txBox="1"/>
            <p:nvPr/>
          </p:nvSpPr>
          <p:spPr>
            <a:xfrm>
              <a:off x="33268" y="3587"/>
              <a:ext cx="2779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fromWordArt="0" anchor="ctr" anchorCtr="0" forceAA="0" compatLnSpc="1">
              <a:spAutoFit/>
            </a:bodyPr>
            <a:lstStyle/>
            <a:p>
              <a:pPr lvl="0" algn="ctr"/>
              <a:r>
                <a:rPr lang="zh-CN" altLang="en-US" sz="9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防爆平台灯</a:t>
              </a:r>
              <a:endParaRPr lang="zh-CN" altLang="en-US" sz="9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pic>
          <p:nvPicPr>
            <p:cNvPr id="153" name="图片 15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4081" y="4543"/>
              <a:ext cx="1233" cy="1109"/>
            </a:xfrm>
            <a:prstGeom prst="rect">
              <a:avLst/>
            </a:prstGeom>
          </p:spPr>
        </p:pic>
        <p:sp>
          <p:nvSpPr>
            <p:cNvPr id="154" name="文本框 153"/>
            <p:cNvSpPr txBox="1"/>
            <p:nvPr/>
          </p:nvSpPr>
          <p:spPr>
            <a:xfrm>
              <a:off x="33268" y="5636"/>
              <a:ext cx="3383" cy="161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 dirty="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</a:t>
              </a:r>
              <a:r>
                <a:rPr lang="en-US" altLang="zh-CN" sz="600" dirty="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150~250W</a:t>
              </a:r>
              <a:endParaRPr lang="en-US" altLang="zh-CN" sz="6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 dirty="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</a:t>
              </a:r>
              <a:r>
                <a:rPr lang="en-US" altLang="zh-CN" sz="600" dirty="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19500~32500lm</a:t>
              </a:r>
              <a:endParaRPr lang="en-US" altLang="zh-CN" sz="6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 dirty="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</a:t>
              </a:r>
              <a:r>
                <a:rPr lang="en-US" altLang="zh-CN" sz="600" dirty="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IP65,WF2</a:t>
              </a:r>
              <a:endParaRPr lang="en-US" altLang="zh-CN" sz="6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 dirty="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</a:t>
              </a:r>
              <a:r>
                <a:rPr lang="en-US" altLang="zh-CN" sz="600" dirty="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50000H</a:t>
              </a:r>
              <a:endParaRPr lang="en-US" altLang="zh-CN" sz="6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 dirty="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功率因素：</a:t>
              </a:r>
              <a:r>
                <a:rPr lang="en-US" altLang="zh-CN" sz="600" dirty="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0.9</a:t>
              </a:r>
              <a:endParaRPr lang="en-US" altLang="zh-CN" sz="600" dirty="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155" name="组合 154"/>
          <p:cNvGrpSpPr/>
          <p:nvPr/>
        </p:nvGrpSpPr>
        <p:grpSpPr>
          <a:xfrm>
            <a:off x="10562590" y="2573881"/>
            <a:ext cx="1016318" cy="1228408"/>
            <a:chOff x="33268" y="3587"/>
            <a:chExt cx="3201" cy="3869"/>
          </a:xfrm>
        </p:grpSpPr>
        <p:sp>
          <p:nvSpPr>
            <p:cNvPr id="156" name="文本框 155"/>
            <p:cNvSpPr txBox="1"/>
            <p:nvPr/>
          </p:nvSpPr>
          <p:spPr>
            <a:xfrm>
              <a:off x="33268" y="3587"/>
              <a:ext cx="2800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fromWordArt="0" anchor="ctr" anchorCtr="0" forceAA="0" compatLnSpc="1">
              <a:spAutoFit/>
            </a:bodyPr>
            <a:lstStyle/>
            <a:p>
              <a:pPr lvl="0" algn="ctr"/>
              <a:r>
                <a:rPr lang="zh-CN" altLang="en-US" sz="9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防爆平台灯</a:t>
              </a:r>
              <a:endParaRPr lang="zh-CN" altLang="en-US" sz="9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pic>
          <p:nvPicPr>
            <p:cNvPr id="157" name="图片 15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4081" y="4543"/>
              <a:ext cx="1233" cy="1109"/>
            </a:xfrm>
            <a:prstGeom prst="rect">
              <a:avLst/>
            </a:prstGeom>
          </p:spPr>
        </p:pic>
        <p:sp>
          <p:nvSpPr>
            <p:cNvPr id="158" name="文本框 157"/>
            <p:cNvSpPr txBox="1"/>
            <p:nvPr/>
          </p:nvSpPr>
          <p:spPr>
            <a:xfrm>
              <a:off x="33268" y="5550"/>
              <a:ext cx="3201" cy="190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80~150W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10400~19500lm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IP65,WF2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50000H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功率因素：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0.9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10092690" y="3979453"/>
            <a:ext cx="974408" cy="1219836"/>
            <a:chOff x="32058" y="3587"/>
            <a:chExt cx="3069" cy="3842"/>
          </a:xfrm>
        </p:grpSpPr>
        <p:sp>
          <p:nvSpPr>
            <p:cNvPr id="160" name="文本框 159"/>
            <p:cNvSpPr txBox="1"/>
            <p:nvPr/>
          </p:nvSpPr>
          <p:spPr>
            <a:xfrm>
              <a:off x="32058" y="3587"/>
              <a:ext cx="2631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防爆平台灯</a:t>
              </a:r>
              <a:endParaRPr lang="zh-CN" altLang="en-US" sz="9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pic>
          <p:nvPicPr>
            <p:cNvPr id="161" name="图片 16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021" y="4576"/>
              <a:ext cx="1233" cy="1109"/>
            </a:xfrm>
            <a:prstGeom prst="rect">
              <a:avLst/>
            </a:prstGeom>
          </p:spPr>
        </p:pic>
        <p:sp>
          <p:nvSpPr>
            <p:cNvPr id="162" name="文本框 161"/>
            <p:cNvSpPr txBox="1"/>
            <p:nvPr/>
          </p:nvSpPr>
          <p:spPr>
            <a:xfrm>
              <a:off x="32208" y="5523"/>
              <a:ext cx="2919" cy="190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50~100W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6500~13000lm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IP65,WF2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50000H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功率因素：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0.9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163" name="组合 162"/>
          <p:cNvGrpSpPr/>
          <p:nvPr/>
        </p:nvGrpSpPr>
        <p:grpSpPr>
          <a:xfrm>
            <a:off x="10093008" y="5228181"/>
            <a:ext cx="974408" cy="1219836"/>
            <a:chOff x="32058" y="3587"/>
            <a:chExt cx="3069" cy="3842"/>
          </a:xfrm>
        </p:grpSpPr>
        <p:sp>
          <p:nvSpPr>
            <p:cNvPr id="164" name="文本框 163"/>
            <p:cNvSpPr txBox="1"/>
            <p:nvPr/>
          </p:nvSpPr>
          <p:spPr>
            <a:xfrm>
              <a:off x="32058" y="3587"/>
              <a:ext cx="2631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防爆平台灯</a:t>
              </a:r>
              <a:endParaRPr lang="zh-CN" altLang="en-US" sz="9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pic>
          <p:nvPicPr>
            <p:cNvPr id="165" name="图片 16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021" y="4516"/>
              <a:ext cx="1233" cy="1109"/>
            </a:xfrm>
            <a:prstGeom prst="rect">
              <a:avLst/>
            </a:prstGeom>
          </p:spPr>
        </p:pic>
        <p:sp>
          <p:nvSpPr>
            <p:cNvPr id="166" name="文本框 165"/>
            <p:cNvSpPr txBox="1"/>
            <p:nvPr/>
          </p:nvSpPr>
          <p:spPr>
            <a:xfrm>
              <a:off x="32208" y="5523"/>
              <a:ext cx="2919" cy="190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30~50W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3900~6500lm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IP65,WF2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50000H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功率因素：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0.9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167" name="组合 166"/>
          <p:cNvGrpSpPr/>
          <p:nvPr/>
        </p:nvGrpSpPr>
        <p:grpSpPr>
          <a:xfrm>
            <a:off x="11082655" y="3979454"/>
            <a:ext cx="956945" cy="1185228"/>
            <a:chOff x="34906" y="11827"/>
            <a:chExt cx="3014" cy="3733"/>
          </a:xfrm>
        </p:grpSpPr>
        <p:pic>
          <p:nvPicPr>
            <p:cNvPr id="168" name="图片 16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5124" y="12390"/>
              <a:ext cx="1792" cy="1770"/>
            </a:xfrm>
            <a:prstGeom prst="rect">
              <a:avLst/>
            </a:prstGeom>
          </p:spPr>
        </p:pic>
        <p:sp>
          <p:nvSpPr>
            <p:cNvPr id="169" name="文本框 168"/>
            <p:cNvSpPr txBox="1"/>
            <p:nvPr/>
          </p:nvSpPr>
          <p:spPr>
            <a:xfrm>
              <a:off x="34906" y="11827"/>
              <a:ext cx="2631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防爆支架灯</a:t>
              </a:r>
              <a:endParaRPr lang="zh-CN" altLang="en-US" sz="9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sp>
          <p:nvSpPr>
            <p:cNvPr id="170" name="文本框 169"/>
            <p:cNvSpPr txBox="1"/>
            <p:nvPr/>
          </p:nvSpPr>
          <p:spPr>
            <a:xfrm>
              <a:off x="34906" y="13944"/>
              <a:ext cx="3014" cy="161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20~40W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2000~4000lm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IP65,WF2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50000H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功率因素：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0.9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grpSp>
        <p:nvGrpSpPr>
          <p:cNvPr id="171" name="组合 170"/>
          <p:cNvGrpSpPr/>
          <p:nvPr/>
        </p:nvGrpSpPr>
        <p:grpSpPr>
          <a:xfrm>
            <a:off x="11051540" y="5220563"/>
            <a:ext cx="927100" cy="1176021"/>
            <a:chOff x="34857" y="11827"/>
            <a:chExt cx="2920" cy="3704"/>
          </a:xfrm>
        </p:grpSpPr>
        <p:pic>
          <p:nvPicPr>
            <p:cNvPr id="172" name="图片 17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5125" y="12321"/>
              <a:ext cx="1792" cy="1770"/>
            </a:xfrm>
            <a:prstGeom prst="rect">
              <a:avLst/>
            </a:prstGeom>
          </p:spPr>
        </p:pic>
        <p:sp>
          <p:nvSpPr>
            <p:cNvPr id="173" name="文本框 172"/>
            <p:cNvSpPr txBox="1"/>
            <p:nvPr/>
          </p:nvSpPr>
          <p:spPr>
            <a:xfrm>
              <a:off x="34906" y="11827"/>
              <a:ext cx="2631" cy="598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algn="ctr" defTabSz="1219200" hangingPunct="0"/>
              <a:r>
                <a:rPr lang="zh-CN" altLang="en-US" sz="9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防爆支架灯</a:t>
              </a:r>
              <a:endParaRPr lang="zh-CN" altLang="en-US" sz="9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34857" y="13915"/>
              <a:ext cx="2920" cy="1616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vertOverflow="overflow" horzOverflow="overflow" vert="horz" wrap="square" lIns="25400" tIns="25400" rIns="25400" bIns="25400" numCol="1" spcCol="38100" rtlCol="0" anchor="ctr" forceAA="0">
              <a:spAutoFit/>
            </a:bodyPr>
            <a:lstStyle/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功率：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20~40W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光通量：</a:t>
              </a:r>
              <a:r>
                <a:rPr lang="en-US" altLang="zh-CN" sz="600">
                  <a:solidFill>
                    <a:srgbClr val="5E5E5E"/>
                  </a:solidFill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2000~4000lm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防护等级：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IP66,WF2</a:t>
              </a:r>
              <a:endParaRPr lang="en-US" altLang="zh-CN" sz="600"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  <a:p>
              <a:pPr marL="85725" indent="-85725" defTabSz="1219200" hangingPunct="0">
                <a:buFont typeface="Arial" panose="020B0604020202020204" pitchFamily="34" charset="0"/>
                <a:buChar char="•"/>
              </a:pPr>
              <a:r>
                <a:rPr lang="zh-CN" altLang="en-US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寿命：</a:t>
              </a:r>
              <a:r>
                <a:rPr lang="en-US" altLang="zh-CN" sz="600">
                  <a:latin typeface="微软雅黑" panose="020B0503020204020204" charset="-122"/>
                  <a:ea typeface="微软雅黑" panose="020B0503020204020204" charset="-122"/>
                  <a:sym typeface="Helvetica Neue" panose="02000503000000020004"/>
                </a:rPr>
                <a:t>30000H</a:t>
              </a:r>
              <a:endParaRPr lang="en-US" altLang="zh-CN" sz="60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endParaRPr>
            </a:p>
          </p:txBody>
        </p:sp>
      </p:grpSp>
      <p:sp>
        <p:nvSpPr>
          <p:cNvPr id="175" name="文本框 174"/>
          <p:cNvSpPr txBox="1"/>
          <p:nvPr/>
        </p:nvSpPr>
        <p:spPr>
          <a:xfrm>
            <a:off x="10045065" y="747611"/>
            <a:ext cx="2138011" cy="60529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t" forceAA="0">
            <a:spAutoFit/>
          </a:bodyPr>
          <a:lstStyle/>
          <a:p>
            <a:pPr defTabSz="1219200" hangingPunct="0"/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场景选择：石油化工；核工业；钢铁冶金等等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Helvetica Neue" panose="02000503000000020004"/>
            </a:endParaRPr>
          </a:p>
          <a:p>
            <a:pPr defTabSz="1219200" hangingPunct="0"/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照度要求（参考平面高度</a:t>
            </a:r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 0.75m </a:t>
            </a:r>
            <a:r>
              <a:rPr lang="zh-CN" altLang="en-US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水平面）：</a:t>
            </a:r>
            <a:r>
              <a:rPr lang="en-US" altLang="zh-CN" sz="9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Helvetica Neue" panose="02000503000000020004"/>
              </a:rPr>
              <a:t>100lx~200lx</a:t>
            </a:r>
            <a:endParaRPr lang="zh-CN" altLang="en-US" sz="9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Helvetica Neue" panose="02000503000000020004"/>
            </a:endParaRPr>
          </a:p>
        </p:txBody>
      </p:sp>
      <p:cxnSp>
        <p:nvCxnSpPr>
          <p:cNvPr id="176" name="直接连接符 175"/>
          <p:cNvCxnSpPr/>
          <p:nvPr/>
        </p:nvCxnSpPr>
        <p:spPr>
          <a:xfrm flipH="1">
            <a:off x="1292860" y="398463"/>
            <a:ext cx="25718" cy="5826443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7" name="直接连接符 176"/>
          <p:cNvCxnSpPr/>
          <p:nvPr/>
        </p:nvCxnSpPr>
        <p:spPr>
          <a:xfrm>
            <a:off x="3414395" y="354648"/>
            <a:ext cx="13018" cy="587660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8" name="直接连接符 177"/>
          <p:cNvCxnSpPr/>
          <p:nvPr/>
        </p:nvCxnSpPr>
        <p:spPr>
          <a:xfrm>
            <a:off x="6438265" y="354648"/>
            <a:ext cx="13018" cy="587660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9" name="直接连接符 178"/>
          <p:cNvCxnSpPr/>
          <p:nvPr/>
        </p:nvCxnSpPr>
        <p:spPr>
          <a:xfrm>
            <a:off x="10045065" y="354013"/>
            <a:ext cx="13018" cy="5876608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1" name="图片 18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406" y="1549381"/>
            <a:ext cx="651239" cy="651239"/>
          </a:xfrm>
          <a:prstGeom prst="rect">
            <a:avLst/>
          </a:prstGeom>
        </p:spPr>
      </p:pic>
      <p:pic>
        <p:nvPicPr>
          <p:cNvPr id="182" name="图片 18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157" y="2836771"/>
            <a:ext cx="651239" cy="651239"/>
          </a:xfrm>
          <a:prstGeom prst="rect">
            <a:avLst/>
          </a:prstGeom>
        </p:spPr>
      </p:pic>
      <p:pic>
        <p:nvPicPr>
          <p:cNvPr id="183" name="图片 18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693" y="4181156"/>
            <a:ext cx="651239" cy="651239"/>
          </a:xfrm>
          <a:prstGeom prst="rect">
            <a:avLst/>
          </a:prstGeom>
        </p:spPr>
      </p:pic>
      <p:pic>
        <p:nvPicPr>
          <p:cNvPr id="184" name="图片 183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305" y="5364341"/>
            <a:ext cx="651239" cy="651239"/>
          </a:xfrm>
          <a:prstGeom prst="rect">
            <a:avLst/>
          </a:prstGeom>
        </p:spPr>
      </p:pic>
      <p:pic>
        <p:nvPicPr>
          <p:cNvPr id="185" name="图片 184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898" y="1597031"/>
            <a:ext cx="557350" cy="392578"/>
          </a:xfrm>
          <a:prstGeom prst="rect">
            <a:avLst/>
          </a:prstGeom>
        </p:spPr>
      </p:pic>
      <p:pic>
        <p:nvPicPr>
          <p:cNvPr id="186" name="图片 18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319" y="2778108"/>
            <a:ext cx="557350" cy="392578"/>
          </a:xfrm>
          <a:prstGeom prst="rect">
            <a:avLst/>
          </a:prstGeom>
        </p:spPr>
      </p:pic>
      <p:pic>
        <p:nvPicPr>
          <p:cNvPr id="187" name="图片 18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840" y="4179282"/>
            <a:ext cx="557350" cy="392578"/>
          </a:xfrm>
          <a:prstGeom prst="rect">
            <a:avLst/>
          </a:prstGeom>
        </p:spPr>
      </p:pic>
      <p:pic>
        <p:nvPicPr>
          <p:cNvPr id="188" name="图片 187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642" y="5416141"/>
            <a:ext cx="557350" cy="392578"/>
          </a:xfrm>
          <a:prstGeom prst="rect">
            <a:avLst/>
          </a:prstGeom>
        </p:spPr>
      </p:pic>
      <p:grpSp>
        <p:nvGrpSpPr>
          <p:cNvPr id="189" name="组合 188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190" name="图形 189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191" name="图形 190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192" name="图形 19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193" name="图形 192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194" name="图形 193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195" name="图形 194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196" name="图形 195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197" name="图形 196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198" name="图形 197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199" name="图形 198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200" name="图形 199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201" name="图形 200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202" name="图形 20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203" name="图形 202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204" name="图形 203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205" name="图形 204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4" r="16924"/>
          <a:stretch>
            <a:fillRect/>
          </a:stretch>
        </p:blipFill>
        <p:spPr>
          <a:xfrm>
            <a:off x="-2" y="0"/>
            <a:ext cx="12180141" cy="685800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-2" y="0"/>
            <a:ext cx="12180141" cy="6858000"/>
          </a:xfrm>
          <a:prstGeom prst="rect">
            <a:avLst/>
          </a:prstGeom>
          <a:solidFill>
            <a:schemeClr val="tx1">
              <a:lumMod val="50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任意多边形: 形状 53"/>
          <p:cNvSpPr/>
          <p:nvPr/>
        </p:nvSpPr>
        <p:spPr>
          <a:xfrm>
            <a:off x="-159799" y="-90997"/>
            <a:ext cx="4069718" cy="7039993"/>
          </a:xfrm>
          <a:custGeom>
            <a:avLst/>
            <a:gdLst>
              <a:gd name="connsiteX0" fmla="*/ 0 w 3954308"/>
              <a:gd name="connsiteY0" fmla="*/ 0 h 6858000"/>
              <a:gd name="connsiteX1" fmla="*/ 1939009 w 3954308"/>
              <a:gd name="connsiteY1" fmla="*/ 0 h 6858000"/>
              <a:gd name="connsiteX2" fmla="*/ 2222788 w 3954308"/>
              <a:gd name="connsiteY2" fmla="*/ 172400 h 6858000"/>
              <a:gd name="connsiteX3" fmla="*/ 3954308 w 3954308"/>
              <a:gd name="connsiteY3" fmla="*/ 3429000 h 6858000"/>
              <a:gd name="connsiteX4" fmla="*/ 2222788 w 3954308"/>
              <a:gd name="connsiteY4" fmla="*/ 6685601 h 6858000"/>
              <a:gd name="connsiteX5" fmla="*/ 1939010 w 3954308"/>
              <a:gd name="connsiteY5" fmla="*/ 6858000 h 6858000"/>
              <a:gd name="connsiteX6" fmla="*/ 0 w 395430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54308" h="6858000">
                <a:moveTo>
                  <a:pt x="0" y="0"/>
                </a:moveTo>
                <a:lnTo>
                  <a:pt x="1939009" y="0"/>
                </a:lnTo>
                <a:lnTo>
                  <a:pt x="2222788" y="172400"/>
                </a:lnTo>
                <a:cubicBezTo>
                  <a:pt x="3267463" y="878168"/>
                  <a:pt x="3954308" y="2073373"/>
                  <a:pt x="3954308" y="3429000"/>
                </a:cubicBezTo>
                <a:cubicBezTo>
                  <a:pt x="3954308" y="4784627"/>
                  <a:pt x="3267463" y="5979832"/>
                  <a:pt x="2222788" y="6685601"/>
                </a:cubicBezTo>
                <a:lnTo>
                  <a:pt x="1939010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e7d195523061f1c0"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e7d195523061f1c074694c8bbf98be7b1e4b015d796375963FD28840057458461C7CA0DAD340D15583DEDFC2E3241C4F392EF3A8B4D067B40CF4F149DD7E51F346B0CAB1BCCF6DB2480C67273C6C9E4CE0F3004E5C3397E9DBB399E827F1A1B4315D31B4A1FB924AA6F0CE797FFD0048F7FA626F7785968C67936054B24ADCC2455D90D09048EC83</a:t>
            </a:r>
            <a:endParaRPr lang="zh-CN" altLang="en-US" sz="100"/>
          </a:p>
        </p:txBody>
      </p:sp>
      <p:sp>
        <p:nvSpPr>
          <p:cNvPr id="56" name="文本框 55"/>
          <p:cNvSpPr txBox="1"/>
          <p:nvPr>
            <p:custDataLst>
              <p:tags r:id="rId2"/>
            </p:custDataLst>
          </p:nvPr>
        </p:nvSpPr>
        <p:spPr>
          <a:xfrm>
            <a:off x="6637639" y="1781246"/>
            <a:ext cx="1707555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行业动态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3"/>
            </p:custDataLst>
          </p:nvPr>
        </p:nvSpPr>
        <p:spPr>
          <a:xfrm>
            <a:off x="6637639" y="478885"/>
            <a:ext cx="1707555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集团介绍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4"/>
            </p:custDataLst>
          </p:nvPr>
        </p:nvSpPr>
        <p:spPr>
          <a:xfrm>
            <a:off x="6637639" y="4370278"/>
            <a:ext cx="224810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项目案例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9" name="文本框 58"/>
          <p:cNvSpPr txBox="1"/>
          <p:nvPr>
            <p:custDataLst>
              <p:tags r:id="rId5"/>
            </p:custDataLst>
          </p:nvPr>
        </p:nvSpPr>
        <p:spPr>
          <a:xfrm>
            <a:off x="6637639" y="3075762"/>
            <a:ext cx="235986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产品解决方案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6"/>
            </p:custDataLst>
          </p:nvPr>
        </p:nvSpPr>
        <p:spPr>
          <a:xfrm>
            <a:off x="6637655" y="5688330"/>
            <a:ext cx="2659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欧莱雅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UP4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方案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2443993" y="418996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3266160" y="1589003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3475811" y="2914426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3331400" y="4183053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2683331" y="5471439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: 形状 40"/>
          <p:cNvSpPr/>
          <p:nvPr/>
        </p:nvSpPr>
        <p:spPr>
          <a:xfrm>
            <a:off x="0" y="1200443"/>
            <a:ext cx="2243868" cy="4457114"/>
          </a:xfrm>
          <a:custGeom>
            <a:avLst/>
            <a:gdLst>
              <a:gd name="connsiteX0" fmla="*/ 23497 w 3443531"/>
              <a:gd name="connsiteY0" fmla="*/ 0 h 6840068"/>
              <a:gd name="connsiteX1" fmla="*/ 3443531 w 3443531"/>
              <a:gd name="connsiteY1" fmla="*/ 3420034 h 6840068"/>
              <a:gd name="connsiteX2" fmla="*/ 23497 w 3443531"/>
              <a:gd name="connsiteY2" fmla="*/ 6840068 h 6840068"/>
              <a:gd name="connsiteX3" fmla="*/ 0 w 3443531"/>
              <a:gd name="connsiteY3" fmla="*/ 6839474 h 6840068"/>
              <a:gd name="connsiteX4" fmla="*/ 0 w 3443531"/>
              <a:gd name="connsiteY4" fmla="*/ 594 h 6840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531" h="6840068">
                <a:moveTo>
                  <a:pt x="23497" y="0"/>
                </a:moveTo>
                <a:cubicBezTo>
                  <a:pt x="1912330" y="0"/>
                  <a:pt x="3443531" y="1531201"/>
                  <a:pt x="3443531" y="3420034"/>
                </a:cubicBezTo>
                <a:cubicBezTo>
                  <a:pt x="3443531" y="5308867"/>
                  <a:pt x="1912330" y="6840068"/>
                  <a:pt x="23497" y="6840068"/>
                </a:cubicBezTo>
                <a:lnTo>
                  <a:pt x="0" y="6839474"/>
                </a:lnTo>
                <a:lnTo>
                  <a:pt x="0" y="594"/>
                </a:lnTo>
                <a:close/>
              </a:path>
            </a:pathLst>
          </a:custGeom>
          <a:solidFill>
            <a:srgbClr val="69AFD8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/>
          <p:cNvSpPr/>
          <p:nvPr/>
        </p:nvSpPr>
        <p:spPr>
          <a:xfrm rot="16200000">
            <a:off x="-351244" y="2626039"/>
            <a:ext cx="2400657" cy="1347189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just"/>
            <a:r>
              <a:rPr lang="zh-CN" altLang="en-US" sz="72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目录</a:t>
            </a:r>
            <a:endParaRPr lang="zh-CN" altLang="en-US" sz="72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19" name="图形 1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object 19"/>
          <p:cNvSpPr txBox="1"/>
          <p:nvPr/>
        </p:nvSpPr>
        <p:spPr>
          <a:xfrm>
            <a:off x="355600" y="254635"/>
            <a:ext cx="559244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457200"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博※集团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高效照明项目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121934" y="1398208"/>
            <a:ext cx="10500618" cy="4073229"/>
            <a:chOff x="-11276388" y="-904311"/>
            <a:chExt cx="10500618" cy="4073229"/>
          </a:xfrm>
        </p:grpSpPr>
        <p:pic>
          <p:nvPicPr>
            <p:cNvPr id="26" name="图形 2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11276388" y="-508992"/>
              <a:ext cx="1414664" cy="311226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11276387" y="711933"/>
              <a:ext cx="1414664" cy="311226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11178733" y="1816002"/>
              <a:ext cx="1414664" cy="311226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11109329" y="2857692"/>
              <a:ext cx="1414664" cy="311226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8004218" y="-655735"/>
              <a:ext cx="1414664" cy="311226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8004217" y="565190"/>
              <a:ext cx="1414664" cy="311226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7906563" y="1669259"/>
              <a:ext cx="1414664" cy="311226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7837159" y="2710949"/>
              <a:ext cx="1414664" cy="311226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4948746" y="-904311"/>
              <a:ext cx="1414664" cy="311226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4948745" y="316614"/>
              <a:ext cx="1414664" cy="311226"/>
            </a:xfrm>
            <a:prstGeom prst="rect">
              <a:avLst/>
            </a:prstGeom>
          </p:spPr>
        </p:pic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4851091" y="1420683"/>
              <a:ext cx="1414664" cy="311226"/>
            </a:xfrm>
            <a:prstGeom prst="rect">
              <a:avLst/>
            </a:prstGeom>
          </p:spPr>
        </p:pic>
        <p:pic>
          <p:nvPicPr>
            <p:cNvPr id="37" name="图形 36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4781687" y="2462373"/>
              <a:ext cx="1414664" cy="311226"/>
            </a:xfrm>
            <a:prstGeom prst="rect">
              <a:avLst/>
            </a:prstGeom>
          </p:spPr>
        </p:pic>
        <p:pic>
          <p:nvPicPr>
            <p:cNvPr id="39" name="图形 38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2357492" y="316614"/>
              <a:ext cx="1414664" cy="311226"/>
            </a:xfrm>
            <a:prstGeom prst="rect">
              <a:avLst/>
            </a:prstGeom>
          </p:spPr>
        </p:pic>
        <p:pic>
          <p:nvPicPr>
            <p:cNvPr id="41" name="图形 40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2190434" y="2462373"/>
              <a:ext cx="1414664" cy="311226"/>
            </a:xfrm>
            <a:prstGeom prst="rect">
              <a:avLst/>
            </a:prstGeom>
          </p:spPr>
        </p:pic>
      </p:grpSp>
      <p:sp>
        <p:nvSpPr>
          <p:cNvPr id="3" name="object 22"/>
          <p:cNvSpPr txBox="1"/>
          <p:nvPr/>
        </p:nvSpPr>
        <p:spPr>
          <a:xfrm>
            <a:off x="-697865" y="1052195"/>
            <a:ext cx="4863465" cy="317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zh-CN" altLang="en-US" sz="16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博※电动工具(中国)有限公司</a:t>
            </a:r>
            <a:endParaRPr lang="zh-CN" altLang="en-US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endParaRPr lang="zh-CN" altLang="en-US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4" name="object 22"/>
          <p:cNvSpPr txBox="1"/>
          <p:nvPr/>
        </p:nvSpPr>
        <p:spPr>
          <a:xfrm>
            <a:off x="-354330" y="1544320"/>
            <a:ext cx="4367530" cy="317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en-US" altLang="zh-CN" sz="16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 </a:t>
            </a:r>
            <a:r>
              <a:rPr lang="zh-CN" altLang="en-US" sz="16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博※热力技术（上海）有限公司</a:t>
            </a:r>
            <a:endParaRPr lang="zh-CN" altLang="en-US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endParaRPr lang="zh-CN" altLang="en-US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5" name="object 22"/>
          <p:cNvSpPr txBox="1"/>
          <p:nvPr/>
        </p:nvSpPr>
        <p:spPr>
          <a:xfrm>
            <a:off x="-227965" y="2967355"/>
            <a:ext cx="4863465" cy="317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zh-CN" altLang="en-US" sz="12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杭州博※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（节能改造）：车间产线及配房使用物联网</a:t>
            </a: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高光效天棚灯约230套,节能率72%</a:t>
            </a: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13" name="object 22"/>
          <p:cNvSpPr txBox="1"/>
          <p:nvPr/>
        </p:nvSpPr>
        <p:spPr>
          <a:xfrm>
            <a:off x="-308610" y="2062480"/>
            <a:ext cx="4085590" cy="317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zh-CN" altLang="en-US" sz="16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博※汽车部件(长沙)有限公司</a:t>
            </a:r>
            <a:endParaRPr lang="zh-CN" altLang="en-US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endParaRPr lang="zh-CN" altLang="en-US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20" name="object 22"/>
          <p:cNvSpPr txBox="1"/>
          <p:nvPr/>
        </p:nvSpPr>
        <p:spPr>
          <a:xfrm>
            <a:off x="-227965" y="4432935"/>
            <a:ext cx="4863465" cy="317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zh-CN" altLang="en-US" sz="12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长沙博※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（新建项目）：</a:t>
            </a:r>
            <a:r>
              <a:rPr lang="en-US" altLang="zh-CN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Dali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三防灯812套 </a:t>
            </a:r>
            <a:r>
              <a:rPr lang="en-US" altLang="zh-CN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Dali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办公</a:t>
            </a: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灯250套 筒灯等</a:t>
            </a: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44" name="object 22"/>
          <p:cNvSpPr txBox="1"/>
          <p:nvPr/>
        </p:nvSpPr>
        <p:spPr>
          <a:xfrm>
            <a:off x="154940" y="3742690"/>
            <a:ext cx="4324350" cy="5645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zh-CN" altLang="en-US" sz="12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上海热力博※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（节能改造）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：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车间产线及仓库使用物联网</a:t>
            </a: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  <a:sym typeface="+mn-ea"/>
            </a:endParaRPr>
          </a:p>
          <a:p>
            <a:pPr marL="6350" algn="ctr" defTabSz="457200">
              <a:defRPr/>
            </a:pP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高光效天棚灯145套，高光效物联网灯管900套，节能率69</a:t>
            </a:r>
            <a:r>
              <a:rPr lang="en-US" altLang="zh-CN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%</a:t>
            </a:r>
            <a:endParaRPr lang="en-US" altLang="zh-CN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  <a:sym typeface="+mn-ea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425" y="959485"/>
            <a:ext cx="7539355" cy="502666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object 19"/>
          <p:cNvSpPr txBox="1"/>
          <p:nvPr/>
        </p:nvSpPr>
        <p:spPr>
          <a:xfrm>
            <a:off x="355600" y="254635"/>
            <a:ext cx="559244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457200"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舍弗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※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中国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高效照明改造项目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121934" y="1398208"/>
            <a:ext cx="10500618" cy="4073229"/>
            <a:chOff x="-11276388" y="-904311"/>
            <a:chExt cx="10500618" cy="4073229"/>
          </a:xfrm>
        </p:grpSpPr>
        <p:pic>
          <p:nvPicPr>
            <p:cNvPr id="26" name="图形 2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11276388" y="-508992"/>
              <a:ext cx="1414664" cy="311226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11276387" y="711933"/>
              <a:ext cx="1414664" cy="311226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11178733" y="1816002"/>
              <a:ext cx="1414664" cy="311226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11109329" y="2857692"/>
              <a:ext cx="1414664" cy="311226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8004218" y="-655735"/>
              <a:ext cx="1414664" cy="311226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8004217" y="565190"/>
              <a:ext cx="1414664" cy="311226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7906563" y="1669259"/>
              <a:ext cx="1414664" cy="311226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7837159" y="2710949"/>
              <a:ext cx="1414664" cy="311226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4948746" y="-904311"/>
              <a:ext cx="1414664" cy="311226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4948745" y="316614"/>
              <a:ext cx="1414664" cy="311226"/>
            </a:xfrm>
            <a:prstGeom prst="rect">
              <a:avLst/>
            </a:prstGeom>
          </p:spPr>
        </p:pic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4851091" y="1420683"/>
              <a:ext cx="1414664" cy="311226"/>
            </a:xfrm>
            <a:prstGeom prst="rect">
              <a:avLst/>
            </a:prstGeom>
          </p:spPr>
        </p:pic>
        <p:pic>
          <p:nvPicPr>
            <p:cNvPr id="37" name="图形 36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4781687" y="2462373"/>
              <a:ext cx="1414664" cy="311226"/>
            </a:xfrm>
            <a:prstGeom prst="rect">
              <a:avLst/>
            </a:prstGeom>
          </p:spPr>
        </p:pic>
        <p:pic>
          <p:nvPicPr>
            <p:cNvPr id="39" name="图形 38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2357492" y="316614"/>
              <a:ext cx="1414664" cy="311226"/>
            </a:xfrm>
            <a:prstGeom prst="rect">
              <a:avLst/>
            </a:prstGeom>
          </p:spPr>
        </p:pic>
        <p:pic>
          <p:nvPicPr>
            <p:cNvPr id="41" name="图形 40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-2190434" y="2462373"/>
              <a:ext cx="1414664" cy="311226"/>
            </a:xfrm>
            <a:prstGeom prst="rect">
              <a:avLst/>
            </a:prstGeom>
          </p:spPr>
        </p:pic>
      </p:grpSp>
      <p:sp>
        <p:nvSpPr>
          <p:cNvPr id="3" name="object 22"/>
          <p:cNvSpPr txBox="1"/>
          <p:nvPr/>
        </p:nvSpPr>
        <p:spPr>
          <a:xfrm>
            <a:off x="307975" y="1054735"/>
            <a:ext cx="4863465" cy="317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en-US" altLang="zh-CN" sz="16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 </a:t>
            </a:r>
            <a:r>
              <a:rPr lang="zh-CN" altLang="en-US" sz="16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舍※勒投资(中国)有限公司中国总部大楼（改造）</a:t>
            </a:r>
            <a:endParaRPr lang="zh-CN" altLang="en-US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endParaRPr lang="zh-CN" altLang="en-US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4" name="object 22"/>
          <p:cNvSpPr txBox="1"/>
          <p:nvPr/>
        </p:nvSpPr>
        <p:spPr>
          <a:xfrm>
            <a:off x="146685" y="1367790"/>
            <a:ext cx="4367530" cy="317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en-US" altLang="zh-CN" sz="16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 </a:t>
            </a:r>
            <a:r>
              <a:rPr lang="zh-CN" altLang="en-US" sz="16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舍※勒(中国)有限公司太仓三厂（改造）</a:t>
            </a:r>
            <a:endParaRPr lang="zh-CN" altLang="en-US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endParaRPr lang="zh-CN" altLang="en-US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5" name="object 22"/>
          <p:cNvSpPr txBox="1"/>
          <p:nvPr/>
        </p:nvSpPr>
        <p:spPr>
          <a:xfrm>
            <a:off x="-227965" y="3256280"/>
            <a:ext cx="4863465" cy="317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总部：筒灯，条形灯，</a:t>
            </a:r>
            <a:r>
              <a:rPr lang="en-US" altLang="zh-CN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SDL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节律调光调色灯膜</a:t>
            </a: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7" name="object 22"/>
          <p:cNvSpPr txBox="1"/>
          <p:nvPr/>
        </p:nvSpPr>
        <p:spPr>
          <a:xfrm>
            <a:off x="-602615" y="2805430"/>
            <a:ext cx="4863465" cy="317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en-US" altLang="zh-CN" sz="16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     </a:t>
            </a:r>
            <a:r>
              <a:rPr lang="zh-CN" altLang="en-US" sz="16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舍※勒太仓新制造基地（新建）</a:t>
            </a:r>
            <a:endParaRPr lang="zh-CN" altLang="en-US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endParaRPr lang="zh-CN" altLang="en-US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8" name="object 22"/>
          <p:cNvSpPr txBox="1"/>
          <p:nvPr/>
        </p:nvSpPr>
        <p:spPr>
          <a:xfrm>
            <a:off x="-279400" y="2421890"/>
            <a:ext cx="4863465" cy="317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en-US" altLang="zh-CN" sz="16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    </a:t>
            </a:r>
            <a:r>
              <a:rPr lang="zh-CN" altLang="en-US" sz="16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舍※勒太仓制造基地物流中心（新建）</a:t>
            </a:r>
            <a:endParaRPr lang="zh-CN" altLang="en-US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endParaRPr lang="zh-CN" altLang="en-US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13" name="object 22"/>
          <p:cNvSpPr txBox="1"/>
          <p:nvPr/>
        </p:nvSpPr>
        <p:spPr>
          <a:xfrm>
            <a:off x="-69850" y="1709420"/>
            <a:ext cx="4863465" cy="317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zh-CN" altLang="en-US" sz="16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舍※勒(中国)有限公司太仓五厂（改造）</a:t>
            </a:r>
            <a:endParaRPr lang="zh-CN" altLang="en-US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endParaRPr lang="zh-CN" altLang="en-US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14" name="object 22"/>
          <p:cNvSpPr txBox="1"/>
          <p:nvPr/>
        </p:nvSpPr>
        <p:spPr>
          <a:xfrm>
            <a:off x="-550545" y="3585845"/>
            <a:ext cx="4863465" cy="12757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三厂：</a:t>
            </a:r>
            <a:r>
              <a:rPr lang="en-US" altLang="zh-CN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    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2000套</a:t>
            </a:r>
            <a:r>
              <a:rPr lang="en-US" altLang="zh-CN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Dali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高光效天棚灯</a:t>
            </a: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r>
              <a:rPr lang="en-US" altLang="zh-CN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   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321套</a:t>
            </a:r>
            <a:r>
              <a:rPr lang="en-US" altLang="zh-CN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Dali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条形灯</a:t>
            </a: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288套</a:t>
            </a:r>
            <a:r>
              <a:rPr lang="en-US" altLang="zh-CN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Dali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筒灯</a:t>
            </a: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r>
              <a:rPr lang="en-US" altLang="zh-CN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  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169套</a:t>
            </a:r>
            <a:r>
              <a:rPr lang="en-US" altLang="zh-CN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Dali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平板灯</a:t>
            </a: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r>
              <a:rPr lang="en-US" altLang="zh-CN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 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整体节能率63%</a:t>
            </a: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15" name="object 22"/>
          <p:cNvSpPr txBox="1"/>
          <p:nvPr/>
        </p:nvSpPr>
        <p:spPr>
          <a:xfrm>
            <a:off x="-69850" y="2081530"/>
            <a:ext cx="4863465" cy="317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en-US" altLang="zh-CN" sz="16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 </a:t>
            </a:r>
            <a:r>
              <a:rPr lang="zh-CN" altLang="en-US" sz="16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纬※汽车电子（天津）有限公司（改造）</a:t>
            </a:r>
            <a:endParaRPr lang="zh-CN" altLang="en-US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r>
              <a:rPr lang="en-US" altLang="zh-CN" sz="16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 </a:t>
            </a:r>
            <a:endParaRPr lang="en-US" altLang="zh-CN" sz="1600" b="1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19" name="object 22"/>
          <p:cNvSpPr txBox="1"/>
          <p:nvPr/>
        </p:nvSpPr>
        <p:spPr>
          <a:xfrm>
            <a:off x="-227965" y="5120640"/>
            <a:ext cx="4863465" cy="317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天津：</a:t>
            </a:r>
            <a:r>
              <a:rPr lang="en-US" altLang="zh-CN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670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套</a:t>
            </a:r>
            <a:r>
              <a:rPr lang="en-US" altLang="zh-CN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Dali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高光效天棚灯，节能率65%</a:t>
            </a: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20" name="object 22"/>
          <p:cNvSpPr txBox="1"/>
          <p:nvPr/>
        </p:nvSpPr>
        <p:spPr>
          <a:xfrm>
            <a:off x="-349250" y="4731385"/>
            <a:ext cx="4863465" cy="317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五厂：456套高光效天棚灯，节能率52%</a:t>
            </a: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21" name="object 22"/>
          <p:cNvSpPr txBox="1"/>
          <p:nvPr/>
        </p:nvSpPr>
        <p:spPr>
          <a:xfrm>
            <a:off x="-447040" y="5494020"/>
            <a:ext cx="4863465" cy="317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物流中心：整套开关量智控系统+灯具</a:t>
            </a: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  <a:p>
            <a:pPr marL="6350" algn="ctr" defTabSz="457200">
              <a:defRPr/>
            </a:pP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-318135" y="5917565"/>
            <a:ext cx="4863465" cy="317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350" algn="ctr" defTabSz="457200">
              <a:defRPr/>
            </a:pP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新基地：约</a:t>
            </a:r>
            <a:r>
              <a:rPr lang="en-US" altLang="zh-CN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6200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个灯，整套</a:t>
            </a:r>
            <a:r>
              <a:rPr lang="en-US" altLang="zh-CN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Dali</a:t>
            </a:r>
            <a:r>
              <a:rPr lang="zh-CN" altLang="en-US" sz="1200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智控系统</a:t>
            </a:r>
            <a:endParaRPr lang="zh-CN" altLang="en-US" sz="1200" spc="13" dirty="0">
              <a:solidFill>
                <a:srgbClr val="E7E6E6">
                  <a:lumMod val="1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305" y="823595"/>
            <a:ext cx="1906270" cy="270192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575" y="853440"/>
            <a:ext cx="3447415" cy="2671445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305" y="3524885"/>
            <a:ext cx="1906905" cy="2637155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8210" y="3526790"/>
            <a:ext cx="3446145" cy="263461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bject 19"/>
          <p:cNvSpPr txBox="1"/>
          <p:nvPr/>
        </p:nvSpPr>
        <p:spPr>
          <a:xfrm>
            <a:off x="290830" y="222885"/>
            <a:ext cx="1031811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457200"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宁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※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时代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全国厂房照明节能改造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规模超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万盏灯具，节能收益超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亿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object 17"/>
          <p:cNvSpPr txBox="1"/>
          <p:nvPr/>
        </p:nvSpPr>
        <p:spPr>
          <a:xfrm>
            <a:off x="290513" y="1188085"/>
            <a:ext cx="11034078" cy="1938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     </a:t>
            </a:r>
            <a:r>
              <a:rPr lang="zh-CN" altLang="en-US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作为全球领先的新能源企业，始终践行绿色低碳理念。在其全国范围的厂房照明系统改造项目中，选择了欧普照明的节能改造解决方案，逐步将厂房中原有的灯具升级为欧普的高光效</a:t>
            </a:r>
            <a:r>
              <a:rPr lang="en-US" altLang="zh-CN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LED</a:t>
            </a:r>
            <a:r>
              <a:rPr lang="zh-CN" altLang="en-US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灯具。</a:t>
            </a:r>
            <a:endParaRPr lang="zh-CN" altLang="en-US" sz="1400" spc="43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     </a:t>
            </a:r>
            <a:r>
              <a:rPr lang="zh-CN" altLang="en-US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在此次改造项目中，首先采用的是高光效</a:t>
            </a:r>
            <a:r>
              <a:rPr lang="en-US" altLang="zh-CN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LED</a:t>
            </a:r>
            <a:r>
              <a:rPr lang="zh-CN" altLang="en-US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灯管。这些灯管凭借其卓越的高光效特性，为厂房内部带来了明亮且均匀的照明环境。这种高光效</a:t>
            </a:r>
            <a:r>
              <a:rPr lang="en-US" altLang="zh-CN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LED</a:t>
            </a:r>
            <a:r>
              <a:rPr lang="zh-CN" altLang="en-US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灯管的节能效果十分显著，比常规</a:t>
            </a:r>
            <a:r>
              <a:rPr lang="en-US" altLang="zh-CN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LED</a:t>
            </a:r>
            <a:r>
              <a:rPr lang="zh-CN" altLang="en-US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灯管节能</a:t>
            </a:r>
            <a:r>
              <a:rPr lang="en-US" altLang="zh-CN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50%</a:t>
            </a:r>
            <a:r>
              <a:rPr lang="zh-CN" altLang="en-US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，有效的帮助企业降低能源消耗。此外，灯管的使用寿命长达</a:t>
            </a:r>
            <a:r>
              <a:rPr lang="en-US" altLang="zh-CN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5</a:t>
            </a:r>
            <a:r>
              <a:rPr lang="zh-CN" altLang="en-US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万小时，大大降低了灯具更换频率及维护成本。同时，其高显色性（</a:t>
            </a:r>
            <a:r>
              <a:rPr lang="en-US" altLang="zh-CN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Ra&gt;80</a:t>
            </a:r>
            <a:r>
              <a:rPr lang="zh-CN" altLang="en-US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）与无频闪设计，改善厂房照明均匀度，为员工创造了更加舒适的工作环境。</a:t>
            </a:r>
            <a:endParaRPr lang="zh-CN" altLang="en-US" sz="1400" spc="43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015" y="3429000"/>
            <a:ext cx="3144520" cy="20961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25" y="5539740"/>
            <a:ext cx="10635615" cy="12877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530" y="3429000"/>
            <a:ext cx="4624705" cy="206502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10" name="图形 9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11" name="图形 10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14" name="图形 13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15" name="图形 14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16" name="图形 15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18" name="图形 17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19" name="图形 18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bject 19"/>
          <p:cNvSpPr txBox="1"/>
          <p:nvPr/>
        </p:nvSpPr>
        <p:spPr>
          <a:xfrm>
            <a:off x="355600" y="254635"/>
            <a:ext cx="559244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457200"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隆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※--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高效照明改造项目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185" y="3611880"/>
            <a:ext cx="3251835" cy="2438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660" y="3611880"/>
            <a:ext cx="3264535" cy="2445068"/>
          </a:xfrm>
          <a:prstGeom prst="rect">
            <a:avLst/>
          </a:prstGeom>
        </p:spPr>
      </p:pic>
      <p:sp>
        <p:nvSpPr>
          <p:cNvPr id="18" name="object 17"/>
          <p:cNvSpPr txBox="1"/>
          <p:nvPr/>
        </p:nvSpPr>
        <p:spPr>
          <a:xfrm>
            <a:off x="591185" y="1087438"/>
            <a:ext cx="10833735" cy="2261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      </a:t>
            </a:r>
            <a:r>
              <a:rPr lang="zh-CN" altLang="en-US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作为全球光伏行业领军企业，始终践行绿色制造理念。在厂房与仓库的照明改造升级项目中，引入了欧普照明的高光效鹏晖系列LED天棚灯，成功实现了照明能耗的显著降低，整个项目的节能率超过63%。</a:t>
            </a:r>
            <a:endParaRPr lang="zh-CN" altLang="en-US" sz="1400" spc="43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  <a:sym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      </a:t>
            </a:r>
            <a:r>
              <a:rPr lang="zh-CN" altLang="en-US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在改造前，部分灯具为</a:t>
            </a:r>
            <a:r>
              <a:rPr lang="en-US" altLang="zh-CN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30</a:t>
            </a:r>
            <a:r>
              <a:rPr lang="zh-CN" altLang="en-US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0W金卤灯，存在安全隐患等问题，且部分灯具色漂严重，影响视觉舒适性。针对这些情况，鹏晖系列LED天棚灯以其卓越的性能成为此次改造的关键。该系列天棚灯光效高达200lm/w，能够满足不同挑高空间的照明需求，在提供均匀充足光环境的同时降低了能耗，兼顾了照度和节能的双重考虑。此外，其</a:t>
            </a:r>
            <a:r>
              <a:rPr lang="en-US" altLang="zh-CN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IP66</a:t>
            </a:r>
            <a:r>
              <a:rPr lang="zh-CN" altLang="en-US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防护等级，防腐等级</a:t>
            </a:r>
            <a:r>
              <a:rPr lang="en-US" altLang="zh-CN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WF2</a:t>
            </a:r>
            <a:r>
              <a:rPr lang="zh-CN" altLang="en-US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lt"/>
              </a:rPr>
              <a:t>，能够适应厂</a:t>
            </a:r>
            <a:r>
              <a:rPr lang="zh-CN" altLang="en-US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房高温、多尘等恶劣生产环境，确保稳定运行。更值得一提的是，该系列天棚灯拥有</a:t>
            </a:r>
            <a:r>
              <a:rPr lang="en-US" altLang="zh-CN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lt"/>
              </a:rPr>
              <a:t>100,000</a:t>
            </a:r>
            <a:r>
              <a:rPr lang="zh-CN" altLang="en-US" sz="1400" spc="4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  <a:sym typeface="+mn-ea"/>
              </a:rPr>
              <a:t>小时超长寿命，有效降低年维护成本，为隆基绿能的绿色制造理念提供了有力支持。</a:t>
            </a:r>
            <a:endParaRPr lang="zh-CN" altLang="en-US" sz="1400" spc="43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090853" y="4005898"/>
            <a:ext cx="1982470" cy="1617663"/>
            <a:chOff x="21858" y="12870"/>
            <a:chExt cx="6244" cy="5095"/>
          </a:xfrm>
        </p:grpSpPr>
        <p:pic>
          <p:nvPicPr>
            <p:cNvPr id="7" name="图片 6" descr="大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858" y="12870"/>
              <a:ext cx="6244" cy="5095"/>
            </a:xfrm>
            <a:prstGeom prst="rect">
              <a:avLst/>
            </a:prstGeom>
          </p:spPr>
        </p:pic>
        <p:sp>
          <p:nvSpPr>
            <p:cNvPr id="11" name="object 22"/>
            <p:cNvSpPr txBox="1"/>
            <p:nvPr/>
          </p:nvSpPr>
          <p:spPr>
            <a:xfrm>
              <a:off x="22717" y="16799"/>
              <a:ext cx="4527" cy="77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6350" algn="ctr" defTabSz="457200">
                <a:defRPr/>
              </a:pPr>
              <a:r>
                <a:rPr lang="zh-CN" altLang="en-US" sz="1600" b="1" spc="13" dirty="0">
                  <a:solidFill>
                    <a:srgbClr val="E7E6E6">
                      <a:lumMod val="1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Arial Unicode MS" panose="020B0604020202020204" pitchFamily="34" charset="-122"/>
                </a:rPr>
                <a:t>天棚灯</a:t>
              </a:r>
              <a:endParaRPr lang="zh-CN" altLang="en-US" sz="1600" b="1" spc="13" dirty="0">
                <a:solidFill>
                  <a:srgbClr val="E7E6E6">
                    <a:lumMod val="1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12" name="图形 11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13" name="图形 12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14" name="图形 13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15" name="图形 14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16" name="图形 15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19" name="图形 18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object 19"/>
          <p:cNvSpPr txBox="1"/>
          <p:nvPr/>
        </p:nvSpPr>
        <p:spPr>
          <a:xfrm>
            <a:off x="355600" y="254635"/>
            <a:ext cx="559244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457200"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九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※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电动车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高效照明改造项目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6036" y="874463"/>
            <a:ext cx="10682211" cy="68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indent="183515">
              <a:lnSpc>
                <a:spcPct val="147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该公司于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2012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年在中国北京创立，专注于机器人和个人出行领域的探索与创新。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2015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年，两家公司进行了战略合并，成为一家业务遍布多个大洲的国际化企业，常州九号改造，替换自组网天棚灯数量约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10,000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套，全面接入欧普智能化管理，统一平台管理。</a:t>
            </a:r>
            <a:endParaRPr lang="zh-CN" altLang="en-US" sz="1400" b="0" i="0" dirty="0">
              <a:solidFill>
                <a:schemeClr val="bg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object 10"/>
          <p:cNvSpPr txBox="1"/>
          <p:nvPr/>
        </p:nvSpPr>
        <p:spPr>
          <a:xfrm>
            <a:off x="10817301" y="3469194"/>
            <a:ext cx="115867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CN" altLang="en-US" sz="1400" b="1" spc="25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自组网天棚灯</a:t>
            </a:r>
            <a:endParaRPr sz="1400" b="1" spc="25" dirty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13" name="object 10"/>
          <p:cNvSpPr txBox="1"/>
          <p:nvPr/>
        </p:nvSpPr>
        <p:spPr>
          <a:xfrm>
            <a:off x="10857145" y="4933323"/>
            <a:ext cx="808819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CN" altLang="en-US" sz="1400" b="1" spc="25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三防支架</a:t>
            </a:r>
            <a:endParaRPr sz="1400" b="1" spc="25" dirty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036" y="2343491"/>
            <a:ext cx="7701420" cy="399758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800" l="3088" r="94062">
                        <a14:foregroundMark x1="22328" y1="20800" x2="22328" y2="20800"/>
                        <a14:foregroundMark x1="9501" y1="30800" x2="9501" y2="30800"/>
                        <a14:foregroundMark x1="6651" y1="52000" x2="6651" y2="52000"/>
                        <a14:foregroundMark x1="90024" y1="69600" x2="90024" y2="69600"/>
                        <a14:foregroundMark x1="94299" y1="48000" x2="94299" y2="48000"/>
                        <a14:foregroundMark x1="50594" y1="12400" x2="50594" y2="12400"/>
                        <a14:foregroundMark x1="3088" y1="51600" x2="3088" y2="51600"/>
                        <a14:foregroundMark x1="45606" y1="90800" x2="45606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5271" y="3058129"/>
            <a:ext cx="1751569" cy="103757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658" y="4597284"/>
            <a:ext cx="1122414" cy="672077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15" name="图形 14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18" name="图形 17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19" name="图形 18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752354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bject 19"/>
          <p:cNvSpPr txBox="1"/>
          <p:nvPr/>
        </p:nvSpPr>
        <p:spPr>
          <a:xfrm>
            <a:off x="355600" y="254635"/>
            <a:ext cx="559244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457200"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英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※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赛科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高效照明新建项目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0" r="8140"/>
          <a:stretch>
            <a:fillRect/>
          </a:stretch>
        </p:blipFill>
        <p:spPr bwMode="auto">
          <a:xfrm>
            <a:off x="689678" y="2312298"/>
            <a:ext cx="8314460" cy="3884677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 15"/>
          <p:cNvSpPr/>
          <p:nvPr/>
        </p:nvSpPr>
        <p:spPr>
          <a:xfrm>
            <a:off x="594894" y="776981"/>
            <a:ext cx="10706302" cy="68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indent="183515">
              <a:lnSpc>
                <a:spcPct val="147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2021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日，在苏州汾湖高新区举办量产暨研发楼奠基仪式。成立于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2015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年，是全球领先的硅基氮化镓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IDM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企业，是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英寸第三代化合物半导体硅基氮化镓的大规模量产线，投产后三年将实现年产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78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万片功率控制电路及半导体电力电子器件的生产目标。</a:t>
            </a:r>
            <a:endParaRPr lang="zh-CN" altLang="en-US" sz="1400" spc="8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sp>
        <p:nvSpPr>
          <p:cNvPr id="18" name="object 10"/>
          <p:cNvSpPr txBox="1"/>
          <p:nvPr/>
        </p:nvSpPr>
        <p:spPr>
          <a:xfrm>
            <a:off x="10798677" y="5255656"/>
            <a:ext cx="56936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CN" altLang="en-US" sz="1400" b="1" spc="25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rPr>
              <a:t>工矿灯</a:t>
            </a:r>
            <a:endParaRPr sz="1400" b="1" spc="25" dirty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Arial Unicode MS" panose="020B0604020202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9364271" y="2871933"/>
            <a:ext cx="2171104" cy="1549273"/>
            <a:chOff x="9436392" y="4303267"/>
            <a:chExt cx="2171104" cy="1549273"/>
          </a:xfrm>
        </p:grpSpPr>
        <p:sp>
          <p:nvSpPr>
            <p:cNvPr id="21" name="object 10"/>
            <p:cNvSpPr txBox="1"/>
            <p:nvPr/>
          </p:nvSpPr>
          <p:spPr>
            <a:xfrm>
              <a:off x="10798677" y="4377060"/>
              <a:ext cx="808819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lang="zh-CN" altLang="en-US" sz="1400" b="1" spc="25" dirty="0">
                  <a:solidFill>
                    <a:schemeClr val="bg2">
                      <a:lumMod val="1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 Unicode MS" panose="020B0604020202020204" pitchFamily="34" charset="-122"/>
                </a:rPr>
                <a:t>黄光灯</a:t>
              </a:r>
              <a:endParaRPr sz="1400" b="1" spc="25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endParaRPr>
            </a:p>
          </p:txBody>
        </p:sp>
        <p:pic>
          <p:nvPicPr>
            <p:cNvPr id="22" name="Picture 2" descr="https://img0.baidu.com/it/u=2388880163,3841085212&amp;fm=253&amp;fmt=auto&amp;app=138&amp;f=JPEG?w=500&amp;h=26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023" b="91729" l="6200" r="964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109418">
              <a:off x="9436392" y="4303267"/>
              <a:ext cx="818787" cy="4355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object 10"/>
            <p:cNvSpPr txBox="1"/>
            <p:nvPr/>
          </p:nvSpPr>
          <p:spPr>
            <a:xfrm>
              <a:off x="10798677" y="5544186"/>
              <a:ext cx="808819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lang="zh-CN" altLang="en-US" sz="1400" b="1" spc="25" dirty="0">
                  <a:solidFill>
                    <a:schemeClr val="bg2">
                      <a:lumMod val="1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 Unicode MS" panose="020B0604020202020204" pitchFamily="34" charset="-122"/>
                </a:rPr>
                <a:t>洁净支架</a:t>
              </a:r>
              <a:endParaRPr sz="1400" b="1" spc="25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 Unicode MS" panose="020B0604020202020204" pitchFamily="34" charset="-122"/>
              </a:endParaRPr>
            </a:p>
          </p:txBody>
        </p: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5F5F5"/>
                </a:clrFrom>
                <a:clrTo>
                  <a:srgbClr val="F5F5F5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575984" y="5451275"/>
              <a:ext cx="873460" cy="401265"/>
            </a:xfrm>
            <a:prstGeom prst="rect">
              <a:avLst/>
            </a:prstGeom>
          </p:spPr>
        </p:pic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457" y="4568048"/>
            <a:ext cx="1375215" cy="1375215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19" name="图形 18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37" name="图形 36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38" name="图形 37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4" r="16924"/>
          <a:stretch>
            <a:fillRect/>
          </a:stretch>
        </p:blipFill>
        <p:spPr>
          <a:xfrm>
            <a:off x="-2" y="0"/>
            <a:ext cx="12180141" cy="685800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-2" y="0"/>
            <a:ext cx="12180141" cy="6858000"/>
          </a:xfrm>
          <a:prstGeom prst="rect">
            <a:avLst/>
          </a:prstGeom>
          <a:solidFill>
            <a:schemeClr val="tx1">
              <a:lumMod val="50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任意多边形: 形状 53"/>
          <p:cNvSpPr/>
          <p:nvPr/>
        </p:nvSpPr>
        <p:spPr>
          <a:xfrm>
            <a:off x="-159799" y="-90997"/>
            <a:ext cx="4069718" cy="7039993"/>
          </a:xfrm>
          <a:custGeom>
            <a:avLst/>
            <a:gdLst>
              <a:gd name="connsiteX0" fmla="*/ 0 w 3954308"/>
              <a:gd name="connsiteY0" fmla="*/ 0 h 6858000"/>
              <a:gd name="connsiteX1" fmla="*/ 1939009 w 3954308"/>
              <a:gd name="connsiteY1" fmla="*/ 0 h 6858000"/>
              <a:gd name="connsiteX2" fmla="*/ 2222788 w 3954308"/>
              <a:gd name="connsiteY2" fmla="*/ 172400 h 6858000"/>
              <a:gd name="connsiteX3" fmla="*/ 3954308 w 3954308"/>
              <a:gd name="connsiteY3" fmla="*/ 3429000 h 6858000"/>
              <a:gd name="connsiteX4" fmla="*/ 2222788 w 3954308"/>
              <a:gd name="connsiteY4" fmla="*/ 6685601 h 6858000"/>
              <a:gd name="connsiteX5" fmla="*/ 1939010 w 3954308"/>
              <a:gd name="connsiteY5" fmla="*/ 6858000 h 6858000"/>
              <a:gd name="connsiteX6" fmla="*/ 0 w 395430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54308" h="6858000">
                <a:moveTo>
                  <a:pt x="0" y="0"/>
                </a:moveTo>
                <a:lnTo>
                  <a:pt x="1939009" y="0"/>
                </a:lnTo>
                <a:lnTo>
                  <a:pt x="2222788" y="172400"/>
                </a:lnTo>
                <a:cubicBezTo>
                  <a:pt x="3267463" y="878168"/>
                  <a:pt x="3954308" y="2073373"/>
                  <a:pt x="3954308" y="3429000"/>
                </a:cubicBezTo>
                <a:cubicBezTo>
                  <a:pt x="3954308" y="4784627"/>
                  <a:pt x="3267463" y="5979832"/>
                  <a:pt x="2222788" y="6685601"/>
                </a:cubicBezTo>
                <a:lnTo>
                  <a:pt x="1939010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e7d195523061f1c0"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 hidden="1"/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e7d195523061f1c074694c8bbf98be7b1e4b015d796375963FD28840057458461C7CA0DAD340D15583DEDFC2E3241C4F392EF3A8B4D067B40CF4F149DD7E51F346B0CAB1BCCF6DB2480C67273C6C9E4CE0F3004E5C3397E9DBB399E827F1A1B4315D31B4A1FB924AA6F0CE797FFD0048F7FA626F7785968C67936054B24ADCC2455D90D09048EC83</a:t>
            </a:r>
            <a:endParaRPr lang="zh-CN" altLang="en-US" sz="100"/>
          </a:p>
        </p:txBody>
      </p:sp>
      <p:sp>
        <p:nvSpPr>
          <p:cNvPr id="56" name="文本框 55"/>
          <p:cNvSpPr txBox="1"/>
          <p:nvPr>
            <p:custDataLst>
              <p:tags r:id="rId2"/>
            </p:custDataLst>
          </p:nvPr>
        </p:nvSpPr>
        <p:spPr>
          <a:xfrm>
            <a:off x="6637639" y="1781246"/>
            <a:ext cx="1707555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行业动态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3"/>
            </p:custDataLst>
          </p:nvPr>
        </p:nvSpPr>
        <p:spPr>
          <a:xfrm>
            <a:off x="6637639" y="478885"/>
            <a:ext cx="1707555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集团介绍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4"/>
            </p:custDataLst>
          </p:nvPr>
        </p:nvSpPr>
        <p:spPr>
          <a:xfrm>
            <a:off x="6637639" y="4370278"/>
            <a:ext cx="224810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项目案例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5"/>
            </p:custDataLst>
          </p:nvPr>
        </p:nvSpPr>
        <p:spPr>
          <a:xfrm>
            <a:off x="6637639" y="3075762"/>
            <a:ext cx="2359860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产品解决方案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6"/>
            </p:custDataLst>
          </p:nvPr>
        </p:nvSpPr>
        <p:spPr>
          <a:xfrm>
            <a:off x="6637655" y="5688330"/>
            <a:ext cx="2659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欧莱雅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UP4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方案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2443993" y="418996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3266160" y="1589003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椭圆 67"/>
          <p:cNvSpPr/>
          <p:nvPr/>
        </p:nvSpPr>
        <p:spPr>
          <a:xfrm>
            <a:off x="3475811" y="2914426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椭圆 68"/>
          <p:cNvSpPr/>
          <p:nvPr/>
        </p:nvSpPr>
        <p:spPr>
          <a:xfrm>
            <a:off x="3331400" y="4183053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2683331" y="5471439"/>
            <a:ext cx="792480" cy="792480"/>
          </a:xfrm>
          <a:prstGeom prst="ellipse">
            <a:avLst/>
          </a:prstGeom>
          <a:solidFill>
            <a:schemeClr val="bg2">
              <a:lumMod val="2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: 形状 40"/>
          <p:cNvSpPr/>
          <p:nvPr/>
        </p:nvSpPr>
        <p:spPr>
          <a:xfrm>
            <a:off x="0" y="1200443"/>
            <a:ext cx="2243868" cy="4457114"/>
          </a:xfrm>
          <a:custGeom>
            <a:avLst/>
            <a:gdLst>
              <a:gd name="connsiteX0" fmla="*/ 23497 w 3443531"/>
              <a:gd name="connsiteY0" fmla="*/ 0 h 6840068"/>
              <a:gd name="connsiteX1" fmla="*/ 3443531 w 3443531"/>
              <a:gd name="connsiteY1" fmla="*/ 3420034 h 6840068"/>
              <a:gd name="connsiteX2" fmla="*/ 23497 w 3443531"/>
              <a:gd name="connsiteY2" fmla="*/ 6840068 h 6840068"/>
              <a:gd name="connsiteX3" fmla="*/ 0 w 3443531"/>
              <a:gd name="connsiteY3" fmla="*/ 6839474 h 6840068"/>
              <a:gd name="connsiteX4" fmla="*/ 0 w 3443531"/>
              <a:gd name="connsiteY4" fmla="*/ 594 h 6840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531" h="6840068">
                <a:moveTo>
                  <a:pt x="23497" y="0"/>
                </a:moveTo>
                <a:cubicBezTo>
                  <a:pt x="1912330" y="0"/>
                  <a:pt x="3443531" y="1531201"/>
                  <a:pt x="3443531" y="3420034"/>
                </a:cubicBezTo>
                <a:cubicBezTo>
                  <a:pt x="3443531" y="5308867"/>
                  <a:pt x="1912330" y="6840068"/>
                  <a:pt x="23497" y="6840068"/>
                </a:cubicBezTo>
                <a:lnTo>
                  <a:pt x="0" y="6839474"/>
                </a:lnTo>
                <a:lnTo>
                  <a:pt x="0" y="594"/>
                </a:lnTo>
                <a:close/>
              </a:path>
            </a:pathLst>
          </a:custGeom>
          <a:solidFill>
            <a:srgbClr val="69AFD8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 descr="e7d195523061f1c074694c8bbf98be7b1e4b015d796375963FD28840057458461C7CA0DAD340D15583DEDFC2E3241C4F392EF3A8B4D067B40CF4F149DD7E51F346B0CAB1BCCF6DB2480C67273C6C9E4CE0F3004E5C3397E9DBB399E827F1A1B4315D31B4A1FB924AA6F0CE797FFD0048F7FA626F7785968C67936054B24ADCC2455D90D09048EC83"/>
          <p:cNvSpPr/>
          <p:nvPr/>
        </p:nvSpPr>
        <p:spPr>
          <a:xfrm rot="16200000">
            <a:off x="-351244" y="2626039"/>
            <a:ext cx="2400657" cy="1347189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just"/>
            <a:r>
              <a:rPr lang="zh-CN" altLang="en-US" sz="72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目录</a:t>
            </a:r>
            <a:endParaRPr lang="zh-CN" altLang="en-US" sz="72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19" name="图形 1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23" name="图形 22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737263"/>
            <a:ext cx="12192000" cy="6105646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标题 22"/>
          <p:cNvSpPr txBox="1"/>
          <p:nvPr/>
        </p:nvSpPr>
        <p:spPr>
          <a:xfrm>
            <a:off x="214546" y="89638"/>
            <a:ext cx="11111865" cy="59817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应用产品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鹏晖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14959" y="4674189"/>
            <a:ext cx="4828197" cy="1699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IP66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级防水防尘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CCC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安全认证，高防护保障</a:t>
            </a:r>
            <a:endParaRPr lang="en-US" altLang="zh-CN" sz="16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专业配光设计，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60°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100°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可选，可定制偏光</a:t>
            </a:r>
            <a:endParaRPr lang="en-US" altLang="zh-CN" sz="16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微波款实现轻智能，人来灯亮节能环保</a:t>
            </a:r>
            <a:endParaRPr lang="en-US" altLang="zh-CN" sz="16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输入电压</a:t>
            </a:r>
            <a:r>
              <a:rPr lang="en-US" altLang="zh-CN" sz="20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176~264V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，耐雷击浪涌</a:t>
            </a:r>
            <a:r>
              <a:rPr lang="en-US" altLang="zh-CN" sz="20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4KV</a:t>
            </a:r>
            <a:endParaRPr lang="en-US" altLang="zh-CN" sz="1600" b="1" dirty="0">
              <a:solidFill>
                <a:srgbClr val="A534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077525" y="4746498"/>
            <a:ext cx="5788025" cy="1792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光效高达</a:t>
            </a:r>
            <a:r>
              <a:rPr lang="en-US" altLang="zh-CN" sz="20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200</a:t>
            </a:r>
            <a:r>
              <a:rPr lang="en-US" altLang="zh-CN" sz="1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lm/w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方正兰亭黑简体" panose="02000000000000000000" charset="-122"/>
                <a:sym typeface="+mn-ea"/>
              </a:rPr>
              <a:t>提供均匀充足的光环境同时降低能耗</a:t>
            </a:r>
            <a:endParaRPr lang="en-US" altLang="zh-CN" sz="16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100,000</a:t>
            </a:r>
            <a:r>
              <a:rPr lang="en-US" altLang="zh-CN" sz="1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hrs 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使用寿命，长效续航降低运维成本</a:t>
            </a:r>
            <a:endParaRPr lang="en-US" altLang="zh-CN" sz="16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DALI/BLE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协议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，兼容两种控制方式无需更换灯具</a:t>
            </a:r>
            <a:endParaRPr lang="en-US" altLang="zh-CN" sz="16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功率</a:t>
            </a:r>
            <a:r>
              <a:rPr lang="en-US" altLang="zh-CN" sz="2000" b="1" dirty="0">
                <a:solidFill>
                  <a:srgbClr val="A5342D"/>
                </a:solidFill>
                <a:latin typeface="微软雅黑" panose="020B0503020204020204" charset="-122"/>
                <a:ea typeface="微软雅黑" panose="020B0503020204020204" charset="-122"/>
              </a:rPr>
              <a:t>30W-240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W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可覆盖大部分高空使用场景</a:t>
            </a:r>
            <a:endParaRPr lang="en-US" altLang="zh-CN" sz="16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40113" y="883426"/>
            <a:ext cx="11511774" cy="1705685"/>
            <a:chOff x="93417" y="1306486"/>
            <a:chExt cx="13155447" cy="1949225"/>
          </a:xfrm>
        </p:grpSpPr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3417" y="1331996"/>
              <a:ext cx="3208777" cy="1612029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1315469" y="2903988"/>
              <a:ext cx="826546" cy="3517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</a:rPr>
                <a:t>开关版</a:t>
              </a:r>
              <a:endParaRPr lang="zh-CN" altLang="en-US" sz="1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778742" y="1306486"/>
              <a:ext cx="2816019" cy="1637540"/>
            </a:xfrm>
            <a:prstGeom prst="rect">
              <a:avLst/>
            </a:prstGeom>
          </p:spPr>
        </p:pic>
        <p:sp>
          <p:nvSpPr>
            <p:cNvPr id="32" name="文本框 31"/>
            <p:cNvSpPr txBox="1"/>
            <p:nvPr/>
          </p:nvSpPr>
          <p:spPr>
            <a:xfrm>
              <a:off x="4804414" y="2903989"/>
              <a:ext cx="826546" cy="3517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</a:rPr>
                <a:t>感应版</a:t>
              </a:r>
              <a:endParaRPr lang="zh-CN" altLang="en-US" sz="1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966653" y="2903989"/>
              <a:ext cx="877913" cy="3517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charset="-122"/>
                  <a:ea typeface="微软雅黑" panose="020B0503020204020204" charset="-122"/>
                </a:rPr>
                <a:t>DALI</a:t>
              </a:r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</a:rPr>
                <a:t>版</a:t>
              </a:r>
              <a:endParaRPr lang="zh-CN" altLang="en-US" sz="1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1361533" y="2903989"/>
              <a:ext cx="1172772" cy="3517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charset="-122"/>
                  <a:ea typeface="微软雅黑" panose="020B0503020204020204" charset="-122"/>
                </a:rPr>
                <a:t>BLE</a:t>
              </a:r>
              <a:r>
                <a:rPr lang="zh-CN" altLang="en-US" sz="1400" dirty="0">
                  <a:latin typeface="微软雅黑" panose="020B0503020204020204" charset="-122"/>
                  <a:ea typeface="微软雅黑" panose="020B0503020204020204" charset="-122"/>
                </a:rPr>
                <a:t>组网版</a:t>
              </a:r>
              <a:endParaRPr lang="zh-CN" altLang="en-US" sz="14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35" name="图片 34"/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89888" y1="64430" x2="89888" y2="64430"/>
                          <a14:foregroundMark x1="55431" y1="18121" x2="55431" y2="18121"/>
                          <a14:foregroundMark x1="48689" y1="22819" x2="48689" y2="22819"/>
                          <a14:foregroundMark x1="52434" y1="18792" x2="52434" y2="18792"/>
                          <a14:foregroundMark x1="52434" y1="16107" x2="52434" y2="1610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071307" y="1331996"/>
              <a:ext cx="2898422" cy="1612029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396" b="89933" l="9738" r="91386">
                          <a14:foregroundMark x1="91386" y1="64430" x2="91386" y2="64430"/>
                          <a14:foregroundMark x1="55431" y1="18792" x2="55431" y2="18792"/>
                          <a14:foregroundMark x1="53558" y1="17450" x2="53558" y2="17450"/>
                          <a14:foregroundMark x1="49438" y1="22148" x2="49438" y2="22148"/>
                          <a14:foregroundMark x1="49064" y1="21477" x2="49064" y2="2147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350442" y="1331996"/>
              <a:ext cx="2898422" cy="1612029"/>
            </a:xfrm>
            <a:prstGeom prst="rect">
              <a:avLst/>
            </a:prstGeom>
          </p:spPr>
        </p:pic>
      </p:grpSp>
      <p:sp>
        <p:nvSpPr>
          <p:cNvPr id="37" name="Rectangle 10"/>
          <p:cNvSpPr/>
          <p:nvPr>
            <p:custDataLst>
              <p:tags r:id="rId8"/>
            </p:custDataLst>
          </p:nvPr>
        </p:nvSpPr>
        <p:spPr>
          <a:xfrm>
            <a:off x="1977010" y="3117072"/>
            <a:ext cx="2339102" cy="866690"/>
          </a:xfrm>
          <a:prstGeom prst="roundRect">
            <a:avLst>
              <a:gd name="adj" fmla="val 8412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超高光效</a:t>
            </a:r>
            <a:endParaRPr lang="en-US" altLang="zh-CN" sz="1200" b="1" dirty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200</a:t>
            </a:r>
            <a:r>
              <a:rPr lang="en-US" altLang="zh-CN" sz="9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lm/W</a:t>
            </a:r>
            <a:endParaRPr lang="en-US" altLang="zh-CN" sz="9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38" name="Rectangle 10"/>
          <p:cNvSpPr/>
          <p:nvPr>
            <p:custDataLst>
              <p:tags r:id="rId9"/>
            </p:custDataLst>
          </p:nvPr>
        </p:nvSpPr>
        <p:spPr>
          <a:xfrm>
            <a:off x="4968495" y="3117389"/>
            <a:ext cx="2339102" cy="866690"/>
          </a:xfrm>
          <a:prstGeom prst="roundRect">
            <a:avLst>
              <a:gd name="adj" fmla="val 8412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超长寿命</a:t>
            </a:r>
            <a:endParaRPr lang="en-US" altLang="zh-CN" sz="1200" b="1" dirty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100,000</a:t>
            </a:r>
            <a:r>
              <a:rPr lang="en-US" altLang="zh-CN" sz="9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hrs</a:t>
            </a:r>
            <a:endParaRPr lang="zh-CN" altLang="en-US" sz="9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39" name="Rectangle 10"/>
          <p:cNvSpPr/>
          <p:nvPr>
            <p:custDataLst>
              <p:tags r:id="rId10"/>
            </p:custDataLst>
          </p:nvPr>
        </p:nvSpPr>
        <p:spPr>
          <a:xfrm>
            <a:off x="7959979" y="3117389"/>
            <a:ext cx="2536285" cy="866690"/>
          </a:xfrm>
          <a:prstGeom prst="roundRect">
            <a:avLst>
              <a:gd name="adj" fmla="val 8412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智能控制</a:t>
            </a:r>
            <a:endParaRPr lang="en-US" altLang="zh-CN" b="1" dirty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DALI+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蓝牙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+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微波感应</a:t>
            </a:r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20" name="图形 19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21" name="图形 20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22" name="图形 21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40" name="图形 39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41" name="图形 40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42" name="图形 41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43" name="图形 42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44" name="图形 43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45" name="图形 44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46" name="图形 45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47" name="图形 46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48" name="图形 47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49" name="图形 48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629285"/>
            <a:ext cx="12192000" cy="6213475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标题 22"/>
          <p:cNvSpPr txBox="1"/>
          <p:nvPr/>
        </p:nvSpPr>
        <p:spPr>
          <a:xfrm>
            <a:off x="214546" y="89638"/>
            <a:ext cx="11111865" cy="59817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欧莱雅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UP4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仓库测试方法：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87020" y="5788660"/>
            <a:ext cx="5885180" cy="304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sz="14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号回路是欧普高光效智能天棚灯，数量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37" name="图形 36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38" name="图形 37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39" name="图形 38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20" y="741045"/>
            <a:ext cx="11020425" cy="481012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14630" y="6174740"/>
            <a:ext cx="5885180" cy="304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sz="1400" dirty="0">
                <a:latin typeface="微软雅黑" panose="020B0503020204020204" charset="-122"/>
                <a:ea typeface="微软雅黑" panose="020B0503020204020204" charset="-122"/>
              </a:rPr>
              <a:t>  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号回路是旧灯（双管支架灯），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数量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105275" y="5789295"/>
            <a:ext cx="5885180" cy="6902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                             </a:t>
            </a:r>
            <a:r>
              <a:rPr 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在同等的工作环境和达到同等亮度的条件下：</a:t>
            </a:r>
            <a:endParaRPr lang="zh-CN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                      </a:t>
            </a:r>
            <a:r>
              <a:rPr lang="zh-CN" sz="1400" dirty="0">
                <a:latin typeface="微软雅黑" panose="020B0503020204020204" charset="-122"/>
                <a:ea typeface="微软雅黑" panose="020B0503020204020204" charset="-122"/>
              </a:rPr>
              <a:t>两条回路接入新的电表，测试一周用电量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644525"/>
            <a:ext cx="12192000" cy="6213475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kWh</a:t>
            </a:r>
            <a:endParaRPr lang="zh-CN" altLang="en-US" dirty="0"/>
          </a:p>
        </p:txBody>
      </p:sp>
      <p:sp>
        <p:nvSpPr>
          <p:cNvPr id="7" name="标题 22"/>
          <p:cNvSpPr txBox="1"/>
          <p:nvPr/>
        </p:nvSpPr>
        <p:spPr>
          <a:xfrm>
            <a:off x="214546" y="89638"/>
            <a:ext cx="11111865" cy="59817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欧莱雅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UP4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仓库测试结果：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48615" y="4673600"/>
            <a:ext cx="5885180" cy="304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sz="1400" dirty="0">
                <a:latin typeface="微软雅黑" panose="020B0503020204020204" charset="-122"/>
                <a:ea typeface="微软雅黑" panose="020B0503020204020204" charset="-122"/>
              </a:rPr>
              <a:t> 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号回路是欧普高光效智能天棚灯，数量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37" name="图形 36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38" name="图形 37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39" name="图形 38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  <p:sp>
        <p:nvSpPr>
          <p:cNvPr id="11" name="矩形 10"/>
          <p:cNvSpPr/>
          <p:nvPr/>
        </p:nvSpPr>
        <p:spPr>
          <a:xfrm>
            <a:off x="259080" y="5213985"/>
            <a:ext cx="5885180" cy="304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sz="1400" dirty="0">
                <a:latin typeface="微软雅黑" panose="020B0503020204020204" charset="-122"/>
                <a:ea typeface="微软雅黑" panose="020B0503020204020204" charset="-122"/>
              </a:rPr>
              <a:t>   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号回路是旧灯（双管支架灯），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数量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07505" y="2246630"/>
            <a:ext cx="4028440" cy="9423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测试结果：</a:t>
            </a:r>
            <a:endParaRPr lang="zh-CN" sz="1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      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号回路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7.06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kWh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             2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号回路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170.26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kWh</a:t>
            </a:r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15" y="717550"/>
            <a:ext cx="7220585" cy="379412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233795" y="3602990"/>
            <a:ext cx="5036185" cy="9423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zh-CN" sz="1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节能率为：</a:t>
            </a:r>
            <a:endParaRPr lang="zh-CN" sz="1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                            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170.26-7.06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/170.26=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95%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644525"/>
            <a:ext cx="12192000" cy="6213475"/>
          </a:xfrm>
          <a:prstGeom prst="rect">
            <a:avLst/>
          </a:prstGeom>
          <a:gradFill>
            <a:gsLst>
              <a:gs pos="0">
                <a:srgbClr val="023CA7"/>
              </a:gs>
              <a:gs pos="100000">
                <a:srgbClr val="97E8FB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标题 22"/>
          <p:cNvSpPr txBox="1"/>
          <p:nvPr/>
        </p:nvSpPr>
        <p:spPr>
          <a:xfrm>
            <a:off x="214546" y="89638"/>
            <a:ext cx="11111865" cy="59817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300" normalizeH="0" baseline="0">
                <a:solidFill>
                  <a:schemeClr val="bg1"/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欧莱雅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UP4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仓库改造投资回报：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48615" y="4673600"/>
            <a:ext cx="5885180" cy="304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1364123" y="1348842"/>
            <a:ext cx="9262222" cy="4207906"/>
            <a:chOff x="1364123" y="1348842"/>
            <a:chExt cx="9262222" cy="4207906"/>
          </a:xfrm>
        </p:grpSpPr>
        <p:pic>
          <p:nvPicPr>
            <p:cNvPr id="24" name="图形 23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1364123" y="1586379"/>
              <a:ext cx="950144" cy="218472"/>
            </a:xfrm>
            <a:prstGeom prst="rect">
              <a:avLst/>
            </a:prstGeom>
          </p:spPr>
        </p:pic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1364124" y="2947001"/>
              <a:ext cx="950144" cy="218472"/>
            </a:xfrm>
            <a:prstGeom prst="rect">
              <a:avLst/>
            </a:prstGeom>
          </p:spPr>
        </p:pic>
        <p:pic>
          <p:nvPicPr>
            <p:cNvPr id="26" name="图形 2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1468249" y="4177397"/>
              <a:ext cx="950144" cy="218472"/>
            </a:xfrm>
            <a:prstGeom prst="rect">
              <a:avLst/>
            </a:prstGeom>
          </p:spPr>
        </p:pic>
        <p:pic>
          <p:nvPicPr>
            <p:cNvPr id="27" name="图形 26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1542252" y="5338276"/>
              <a:ext cx="950144" cy="218472"/>
            </a:xfrm>
            <a:prstGeom prst="rect">
              <a:avLst/>
            </a:prstGeom>
          </p:spPr>
        </p:pic>
        <p:pic>
          <p:nvPicPr>
            <p:cNvPr id="28" name="图形 27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3914284" y="1505098"/>
              <a:ext cx="950144" cy="218472"/>
            </a:xfrm>
            <a:prstGeom prst="rect">
              <a:avLst/>
            </a:prstGeom>
          </p:spPr>
        </p:pic>
        <p:pic>
          <p:nvPicPr>
            <p:cNvPr id="29" name="图形 28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3914285" y="2865720"/>
              <a:ext cx="950144" cy="218472"/>
            </a:xfrm>
            <a:prstGeom prst="rect">
              <a:avLst/>
            </a:prstGeom>
          </p:spPr>
        </p:pic>
        <p:pic>
          <p:nvPicPr>
            <p:cNvPr id="30" name="图形 29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4018410" y="4096116"/>
              <a:ext cx="950144" cy="218472"/>
            </a:xfrm>
            <a:prstGeom prst="rect">
              <a:avLst/>
            </a:prstGeom>
          </p:spPr>
        </p:pic>
        <p:pic>
          <p:nvPicPr>
            <p:cNvPr id="31" name="图形 30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4092413" y="5256995"/>
              <a:ext cx="950144" cy="218472"/>
            </a:xfrm>
            <a:prstGeom prst="rect">
              <a:avLst/>
            </a:prstGeom>
          </p:spPr>
        </p:pic>
        <p:pic>
          <p:nvPicPr>
            <p:cNvPr id="32" name="图形 31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6880843" y="1383178"/>
              <a:ext cx="950144" cy="218472"/>
            </a:xfrm>
            <a:prstGeom prst="rect">
              <a:avLst/>
            </a:prstGeom>
          </p:spPr>
        </p:pic>
        <p:pic>
          <p:nvPicPr>
            <p:cNvPr id="33" name="图形 32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6880844" y="2743800"/>
              <a:ext cx="950144" cy="218472"/>
            </a:xfrm>
            <a:prstGeom prst="rect">
              <a:avLst/>
            </a:prstGeom>
          </p:spPr>
        </p:pic>
        <p:pic>
          <p:nvPicPr>
            <p:cNvPr id="34" name="图形 33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6984969" y="3974196"/>
              <a:ext cx="950144" cy="218472"/>
            </a:xfrm>
            <a:prstGeom prst="rect">
              <a:avLst/>
            </a:prstGeom>
          </p:spPr>
        </p:pic>
        <p:pic>
          <p:nvPicPr>
            <p:cNvPr id="35" name="图形 34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7058972" y="5135075"/>
              <a:ext cx="950144" cy="218472"/>
            </a:xfrm>
            <a:prstGeom prst="rect">
              <a:avLst/>
            </a:prstGeom>
          </p:spPr>
        </p:pic>
        <p:pic>
          <p:nvPicPr>
            <p:cNvPr id="36" name="图形 35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9498072" y="1348842"/>
              <a:ext cx="950144" cy="218472"/>
            </a:xfrm>
            <a:prstGeom prst="rect">
              <a:avLst/>
            </a:prstGeom>
          </p:spPr>
        </p:pic>
        <p:pic>
          <p:nvPicPr>
            <p:cNvPr id="37" name="图形 36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9498073" y="2709464"/>
              <a:ext cx="950144" cy="218472"/>
            </a:xfrm>
            <a:prstGeom prst="rect">
              <a:avLst/>
            </a:prstGeom>
          </p:spPr>
        </p:pic>
        <p:pic>
          <p:nvPicPr>
            <p:cNvPr id="38" name="图形 37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9602198" y="3939860"/>
              <a:ext cx="950144" cy="218472"/>
            </a:xfrm>
            <a:prstGeom prst="rect">
              <a:avLst/>
            </a:prstGeom>
          </p:spPr>
        </p:pic>
        <p:pic>
          <p:nvPicPr>
            <p:cNvPr id="39" name="图形 38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9714695">
              <a:off x="9676201" y="5100739"/>
              <a:ext cx="950144" cy="218472"/>
            </a:xfrm>
            <a:prstGeom prst="rect">
              <a:avLst/>
            </a:prstGeom>
          </p:spPr>
        </p:pic>
      </p:grpSp>
      <p:sp>
        <p:nvSpPr>
          <p:cNvPr id="11" name="矩形 10"/>
          <p:cNvSpPr/>
          <p:nvPr/>
        </p:nvSpPr>
        <p:spPr>
          <a:xfrm>
            <a:off x="259080" y="5213985"/>
            <a:ext cx="5885180" cy="3048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07505" y="2246630"/>
            <a:ext cx="4028440" cy="9423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endParaRPr lang="en-US" altLang="zh-CN" sz="16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33795" y="3602990"/>
            <a:ext cx="5036185" cy="9423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endParaRPr lang="en-US" altLang="zh-CN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85" y="612775"/>
            <a:ext cx="11332845" cy="62001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21605" cy="6858000"/>
          </a:xfrm>
          <a:prstGeom prst="rect">
            <a:avLst/>
          </a:prstGeom>
        </p:spPr>
      </p:pic>
      <p:sp>
        <p:nvSpPr>
          <p:cNvPr id="3" name="PA_文本框 5"/>
          <p:cNvSpPr txBox="1"/>
          <p:nvPr>
            <p:custDataLst>
              <p:tags r:id="rId2"/>
            </p:custDataLst>
          </p:nvPr>
        </p:nvSpPr>
        <p:spPr>
          <a:xfrm>
            <a:off x="1596017" y="2531561"/>
            <a:ext cx="5057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latin typeface="微软雅黑" panose="020B0503020204020204" charset="-122"/>
                <a:ea typeface="微软雅黑" panose="020B0503020204020204" charset="-122"/>
                <a:cs typeface="Open Sans" panose="020B0606030504020204" pitchFamily="34" charset="0"/>
              </a:rPr>
              <a:t>THANKS</a:t>
            </a:r>
            <a:endParaRPr lang="en-US" altLang="zh-CN" sz="6000" b="1" dirty="0">
              <a:latin typeface="微软雅黑" panose="020B0503020204020204" charset="-122"/>
              <a:ea typeface="微软雅黑" panose="020B0503020204020204" charset="-122"/>
              <a:cs typeface="Open Sans" panose="020B0606030504020204" pitchFamily="34" charset="0"/>
            </a:endParaRPr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27" y="330297"/>
            <a:ext cx="952500" cy="2095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279" y="5719862"/>
            <a:ext cx="2003115" cy="45797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36043" y="3638732"/>
            <a:ext cx="3676874" cy="11091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OPPLE LIGHTING CO., LTD.  </a:t>
            </a:r>
            <a:endParaRPr lang="en-US" altLang="zh-TW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TW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欧普照明股份有限公司</a:t>
            </a:r>
            <a:endParaRPr lang="zh-TW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165850" y="825500"/>
            <a:ext cx="0" cy="5329555"/>
          </a:xfrm>
          <a:prstGeom prst="line">
            <a:avLst/>
          </a:prstGeom>
          <a:ln w="3175"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3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4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5.xml><?xml version="1.0" encoding="utf-8"?>
<p:tagLst xmlns:p="http://schemas.openxmlformats.org/presentationml/2006/main">
  <p:tag name="KSO_WM_BEAUTIFY_FLAG" val=""/>
  <p:tag name="KSO_WM_DIAGRAM_VIRTUALLY_FRAME" val="{&quot;height&quot;:388.15669291338577,&quot;left&quot;:475.1140944881889,&quot;top&quot;:83.34527559055118,&quot;width&quot;:298.66314960629927}"/>
</p:tagLst>
</file>

<file path=ppt/tags/tag6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7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8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9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10.xml><?xml version="1.0" encoding="utf-8"?>
<p:tagLst xmlns:p="http://schemas.openxmlformats.org/presentationml/2006/main">
  <p:tag name="KSO_WM_BEAUTIFY_FLAG" val=""/>
  <p:tag name="KSO_WM_DIAGRAM_VIRTUALLY_FRAME" val="{&quot;height&quot;:388.15669291338577,&quot;left&quot;:475.1140944881889,&quot;top&quot;:83.34527559055118,&quot;width&quot;:298.66314960629927}"/>
</p:tagLst>
</file>

<file path=ppt/tags/tag11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14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15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16.xml><?xml version="1.0" encoding="utf-8"?>
<p:tagLst xmlns:p="http://schemas.openxmlformats.org/presentationml/2006/main">
  <p:tag name="KSO_WM_BEAUTIFY_FLAG" val=""/>
  <p:tag name="KSO_WM_DIAGRAM_VIRTUALLY_FRAME" val="{&quot;height&quot;:388.15669291338577,&quot;left&quot;:475.1140944881889,&quot;top&quot;:83.34527559055118,&quot;width&quot;:298.66314960629927}"/>
</p:tagLst>
</file>

<file path=ppt/tags/tag17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#wm#"/>
  <p:tag name="KSO_WM_TEMPLATE_CATEGORY" val="diagram"/>
  <p:tag name="KSO_WM_TEMPLATE_INDEX" val="20230932"/>
  <p:tag name="KSO_WM_SPECIAL_SOURCE" val="bdnull"/>
  <p:tag name="KSO_WM_SLIDE_ID" val="diagram20230932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12"/>
  <p:tag name="KSO_WM_SLIDE_INDEX" val="1"/>
  <p:tag name="KSO_WM_SLIDE_SIZE" val="863*438"/>
  <p:tag name="KSO_WM_SLIDE_POSITION" val="47*47"/>
  <p:tag name="KSO_WM_TAG_VERSION" val="3.0"/>
  <p:tag name="KSO_WM_SLIDE_LAYOUT" val="a_l"/>
  <p:tag name="KSO_WM_SLIDE_LAYOUT_CNT" val="1_1"/>
  <p:tag name="KSO_WM_DIAGRAM_GROUP_CODE" val="l1-1"/>
  <p:tag name="KSO_WM_SLIDE_DIAGTYPE" val="l"/>
  <p:tag name="RESOURCE_RECORD_KEY" val="{&quot;65&quot;:[20230932],&quot;70&quot;:[3313558,3333673,3402314]}"/>
</p:tagLst>
</file>

<file path=ppt/tags/tag30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31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32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33.xml><?xml version="1.0" encoding="utf-8"?>
<p:tagLst xmlns:p="http://schemas.openxmlformats.org/presentationml/2006/main">
  <p:tag name="KSO_WM_BEAUTIFY_FLAG" val=""/>
  <p:tag name="KSO_WM_DIAGRAM_VIRTUALLY_FRAME" val="{&quot;height&quot;:388.15669291338577,&quot;left&quot;:475.1140944881889,&quot;top&quot;:83.34527559055118,&quot;width&quot;:298.66314960629927}"/>
</p:tagLst>
</file>

<file path=ppt/tags/tag34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35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36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37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38.xml><?xml version="1.0" encoding="utf-8"?>
<p:tagLst xmlns:p="http://schemas.openxmlformats.org/presentationml/2006/main">
  <p:tag name="KSO_WM_BEAUTIFY_FLAG" val=""/>
  <p:tag name="KSO_WM_DIAGRAM_VIRTUALLY_FRAME" val="{&quot;height&quot;:388.15669291338577,&quot;left&quot;:475.1140944881889,&quot;top&quot;:83.34527559055118,&quot;width&quot;:298.66314960629927}"/>
</p:tagLst>
</file>

<file path=ppt/tags/tag39.xml><?xml version="1.0" encoding="utf-8"?>
<p:tagLst xmlns:p="http://schemas.openxmlformats.org/presentationml/2006/main">
  <p:tag name="KSO_WM_DIAGRAM_VIRTUALLY_FRAME" val="{&quot;height&quot;:388.15669291338577,&quot;left&quot;:475.1140944881889,&quot;top&quot;:83.34527559055118,&quot;width&quot;:298.66314960629927}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PA" val="v3.2.0"/>
</p:tagLst>
</file>

<file path=ppt/theme/theme1.xml><?xml version="1.0" encoding="utf-8"?>
<a:theme xmlns:a="http://schemas.openxmlformats.org/drawingml/2006/main" name="Office 主题​​">
  <a:themeElements>
    <a:clrScheme name="Colorful 33">
      <a:dk1>
        <a:srgbClr val="3A3838"/>
      </a:dk1>
      <a:lt1>
        <a:srgbClr val="FFFFFF"/>
      </a:lt1>
      <a:dk2>
        <a:srgbClr val="44546A"/>
      </a:dk2>
      <a:lt2>
        <a:srgbClr val="E7E6E6"/>
      </a:lt2>
      <a:accent1>
        <a:srgbClr val="4528DC"/>
      </a:accent1>
      <a:accent2>
        <a:srgbClr val="5E22D2"/>
      </a:accent2>
      <a:accent3>
        <a:srgbClr val="50E3C2"/>
      </a:accent3>
      <a:accent4>
        <a:srgbClr val="FD0263"/>
      </a:accent4>
      <a:accent5>
        <a:srgbClr val="FE8900"/>
      </a:accent5>
      <a:accent6>
        <a:srgbClr val="FDC741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8255</Words>
  <Application>WPS 演示</Application>
  <PresentationFormat>宽屏</PresentationFormat>
  <Paragraphs>856</Paragraphs>
  <Slides>36</Slides>
  <Notes>36</Notes>
  <HiddenSlides>0</HiddenSlides>
  <MMClips>0</MMClips>
  <ScaleCrop>false</ScaleCrop>
  <HeadingPairs>
    <vt:vector size="8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68" baseType="lpstr">
      <vt:lpstr>Arial</vt:lpstr>
      <vt:lpstr>宋体</vt:lpstr>
      <vt:lpstr>Wingdings</vt:lpstr>
      <vt:lpstr>Arial</vt:lpstr>
      <vt:lpstr>微软雅黑</vt:lpstr>
      <vt:lpstr>Helvetica</vt:lpstr>
      <vt:lpstr>Calibri</vt:lpstr>
      <vt:lpstr>Whitney-Semibold</vt:lpstr>
      <vt:lpstr>AMGDT</vt:lpstr>
      <vt:lpstr>Arial Unicode MS</vt:lpstr>
      <vt:lpstr>华文细黑</vt:lpstr>
      <vt:lpstr>微软雅黑 Light</vt:lpstr>
      <vt:lpstr>方正兰亭准黑简体</vt:lpstr>
      <vt:lpstr>黑体</vt:lpstr>
      <vt:lpstr>方正兰亭黑简体</vt:lpstr>
      <vt:lpstr>等线</vt:lpstr>
      <vt:lpstr>等线 Light</vt:lpstr>
      <vt:lpstr>PingFang SC Semibold</vt:lpstr>
      <vt:lpstr>PingFang SC Medium</vt:lpstr>
      <vt:lpstr>MS PGothic</vt:lpstr>
      <vt:lpstr>Times New Roman</vt:lpstr>
      <vt:lpstr>Helvetica Neue</vt:lpstr>
      <vt:lpstr>Sitka Small</vt:lpstr>
      <vt:lpstr>PingFang SC</vt:lpstr>
      <vt:lpstr>华文仿宋</vt:lpstr>
      <vt:lpstr>Helvetica Neue Medium</vt:lpstr>
      <vt:lpstr>Open Sans</vt:lpstr>
      <vt:lpstr>Segoe Print</vt:lpstr>
      <vt:lpstr>KSOF10DB8568</vt:lpstr>
      <vt:lpstr>KSOF8D3FC047</vt:lpstr>
      <vt:lpstr>Office 主题​​</vt:lpstr>
      <vt:lpstr>TCLayout.ActiveDocument.1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©PPTSTORE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©PPTSTORE</dc:creator>
  <dc:description>©PPTSTORE 版权所有</dc:description>
  <cp:lastModifiedBy>欧普照明℡¹⁸¹¹²⁵²⁵⁷⁸⁷</cp:lastModifiedBy>
  <cp:revision>2222</cp:revision>
  <dcterms:created xsi:type="dcterms:W3CDTF">2025-04-14T03:47:00Z</dcterms:created>
  <dcterms:modified xsi:type="dcterms:W3CDTF">2026-07-28T06:14:35Z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3EC5E7A9ADEF402BA4EB310E92D60E24_13</vt:lpwstr>
  </property>
  <property fmtid="{D5CDD505-2E9C-101B-9397-08002B2CF9AE}" pid="3" name="KSOProductBuildVer">
    <vt:lpwstr>2052-12.1.0.25865</vt:lpwstr>
  </property>
</Properties>
</file>